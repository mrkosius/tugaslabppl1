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61" r:id="rId3"/>
    <p:sldId id="263" r:id="rId4"/>
    <p:sldId id="264" r:id="rId5"/>
    <p:sldId id="266" r:id="rId6"/>
    <p:sldId id="265" r:id="rId7"/>
    <p:sldId id="267" r:id="rId8"/>
    <p:sldId id="272" r:id="rId9"/>
    <p:sldId id="271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70" r:id="rId21"/>
    <p:sldId id="284" r:id="rId22"/>
    <p:sldId id="288" r:id="rId23"/>
    <p:sldId id="287" r:id="rId24"/>
    <p:sldId id="289" r:id="rId25"/>
    <p:sldId id="290" r:id="rId26"/>
    <p:sldId id="286" r:id="rId27"/>
    <p:sldId id="291" r:id="rId28"/>
    <p:sldId id="292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293" r:id="rId44"/>
    <p:sldId id="311" r:id="rId45"/>
    <p:sldId id="295" r:id="rId46"/>
    <p:sldId id="296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260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05:24.6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257 160 24575,'846'0'0,"-814"-1"0,44-9 0,16-1 0,-55 8 0,54-13 0,-37 6 0,266-51 0,-293 56 0,37-5 0,66-2 0,-119 11 0,141-15 0,250 13 0,-225 4 0,413-1 0,-452 11 0,-57-2 0,-68-7 0,1 0 0,-1 2 0,0-1 0,22 10 0,-17-5 0,24 5 0,21 3 0,-33-7 0,56 9 0,15-11 0,-56-5 0,55 9 0,35 19 0,-79-15 0,2-3 0,69 5 0,202-15 0,-166-4 0,356 2 0,-506 1 0,0 1 0,0 0 0,-1 1 0,1 0 0,16 7 0,23 5 0,-19-10 0,2-1 0,65-1 0,-58-3 0,53 7 0,105 8 0,2-15 0,-73-2 0,949 2 0,-1066 0 0,0 0 0,-1 1 0,24 5 0,-32-6 0,0 1 0,0 0 0,0 0 0,0 1 0,0-1 0,0 1 0,0-1 0,-1 1 0,1 0 0,0 0 0,-1 0 0,1 0 0,-1 1 0,0-1 0,0 1 0,0-1 0,0 1 0,0 0 0,1 3 0,3 8 0,-1 1 0,-1-1 0,-1 1 0,0 0 0,0 0 0,-1 16 0,-2 96 0,-2-64 0,4-33 0,7 50 0,0-11 0,-7-55 0,1 0 0,0-1 0,1 0 0,7 17 0,-5-15 0,-1 0 0,5 25 0,-5 3 0,-2 1 0,-5 67 0,0-33 0,2-57 0,-1 7 0,2 0 0,8 55 0,-7-72 0,1-1 0,-1 1 0,-1-1 0,1 17 0,-2-25 0,0 1 0,0-1 0,0 1 0,-1-1 0,1 1 0,-1-1 0,1 0 0,-1 1 0,0-1 0,0 0 0,0 0 0,-1 1 0,1-1 0,0 0 0,-1 0 0,1 0 0,-1 0 0,0-1 0,1 1 0,-4 2 0,1-1 0,-1-1 0,0 1 0,0-1 0,-1 1 0,1-2 0,0 1 0,-1 0 0,1-1 0,-10 1 0,-5-1 0,-29-1 0,31-1 0,-28 3 0,-171 32 0,169-24 0,25-5 0,0 0 0,-29 1 0,-42-5 0,52-2 0,-83 10 0,-85 19 0,139-21 0,-136-4 0,112-5 0,-895 2 0,965 2 0,-1 1 0,1 1 0,-1 1 0,-43 15 0,34-9 0,-52 9 0,47-14 0,-125 12 0,-286-15 0,241-5 0,-2258 2 0,2433-2 0,1-1 0,-63-15 0,59 10 0,0 1 0,-42-2 0,-83 10 0,-20-1 0,105-10 0,11 1 0,-217 5 0,163 5 0,-448-1-1365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05:27.4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702 0 24575,'-3'1'0,"0"0"0,0-1 0,0 2 0,1-1 0,-1 0 0,0 0 0,1 1 0,-1 0 0,1-1 0,0 1 0,-1 0 0,-2 3 0,-6 5 0,1-3 0,-1 0 0,1 0 0,-1-1 0,0 0 0,-1-1 0,0 0 0,1-1 0,-1 0 0,0-1 0,-1-1 0,1 0 0,-21 1 0,-2-2 0,0-2 0,0-1 0,1-2 0,-1-1 0,-59-17 0,67 13 0,5 2 0,-1 0 0,1 1 0,-35-3 0,55 8 0,0 1 0,0 0 0,0 0 0,0 0 0,0 1 0,0-1 0,0 0 0,0 1 0,0 0 0,0-1 0,0 1 0,0 0 0,0 0 0,0 0 0,1 0 0,-1 0 0,0 0 0,-1 2 0,1 0 0,-1-1 0,1 1 0,0 0 0,1 0 0,-1 0 0,0 0 0,1 0 0,0 0 0,0 0 0,-1 5 0,-1 6 0,1 2 0,0-1 0,1 0 0,2 16 0,-1-22 0,4 648 0,-4-91 0,0-560 0,0 1 0,1 0 0,-1-1 0,1 1 0,1-1 0,0 1 0,-1-1 0,5 9 0,-4-12 0,-1 0 0,1 0 0,0 0 0,0 0 0,0-1 0,1 1 0,-1-1 0,1 1 0,-1-1 0,1 0 0,0 0 0,0 0 0,0 0 0,0-1 0,0 1 0,0-1 0,0 0 0,5 2 0,16 1 0,-1-1 0,1-2 0,0 0 0,43-4 0,-14 1 0,-47 2 0,-1 0 0,1 0 0,-1 1 0,1 0 0,-1 0 0,1 0 0,-1 1 0,7 3 0,1 1 0,22 15 0,-19-11 0,-3-3-31,-1-1 0,1 0-1,1-2 1,-1 1 0,16 2 0,-4 0-1147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4:44.3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75 24575,'681'0'0,"-653"2"0,43 6 0,6 2 0,82-8 0,-8-1 0,-104 4 0,56 13 0,-60-10 0,73 7 0,231-14 0,-165-3 0,4422 2 0,-4567-2 0,-1-1 0,64-16 0,-58 10 0,64-5 0,16-1 0,-94 10 0,19-2 0,-11 0 0,66-3 0,-60 10 0,-17 1 0,1-2 0,-1 0 0,30-6 0,-14 0 0,53-2 0,-5 1 0,132-7 0,2 16 0,-73 0 0,-39-2 0,126 3 0,-211 1 0,-1 0 0,47 14 0,-6-1 0,-32-11 0,1-1 0,0-3 0,49-3 0,-38 1 0,55 4 0,-70 0 0,24 3 0,97 21 0,-114-18 0,0-2 0,1-1 0,40 0 0,118-6 0,-87-2 0,96 5 0,0 17 0,-124-9 0,85 1 0,82-11 0,-148-2 0,50 12 0,-43-2 0,26-7 0,5-1 0,-32 10 0,7-1 0,156-9 0,-140-2 0,-113 1 0,-1 0 0,1-2 0,-1 0 0,1 0 0,-1-2 0,0 0 0,0-1 0,-1 0 0,0-2 0,19-9 0,11-12 0,-23 13 0,48-22 0,29-9 0,-89 41-273,-1 0 0,0-1 0,0 0 0,9-8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05:24.6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307 191 24575,'1009'0'0,"-971"-2"0,52-9 0,21-2 0,-68 9 0,66-15 0,-44 7 0,317-61 0,-350 67 0,44-6 0,79-2 0,-142 13 0,168-18 0,298 15 0,-267 5 0,492-1 0,-539 14 0,-69-4 0,-80-7 0,0 0 0,0 0 0,-1 2 0,27 10 0,-20-6 0,28 7 0,24 4 0,-38-10 0,68 11 0,16-13 0,-67-6 0,67 12 0,40 22 0,-92-19 0,0-2 0,84 5 0,241-17 0,-199-5 0,426 2 0,-605 1 0,0 1 0,1 0 0,-1 1 0,0 1 0,19 8 0,28 6 0,-22-11 0,1-3 0,79 0 0,-70-4 0,63 8 0,126 10 0,1-19 0,-86 0 0,1133 1 0,-1273-1 0,0 2 0,0 0 0,26 5 0,-36-5 0,0 0 0,0 0 0,-1 1 0,1-1 0,0 1 0,-1 0 0,0 0 0,1 0 0,-1 0 0,0 1 0,0-1 0,0 1 0,-1 0 0,1 0 0,0 0 0,-1 0 0,0 0 0,0 0 0,2 5 0,3 9 0,-1 0 0,-1 1 0,-1-1 0,0 1 0,-2 0 0,1 19 0,-3 114 0,-2-76 0,3-39 0,11 60 0,-1-14 0,-9-65 0,1-1 0,1 0 0,1 0 0,8 19 0,-6-17 0,-1 0 0,6 30 0,-6 3 0,-3 2 0,-5 78 0,0-37 0,2-69 0,-1 8 0,2 1 0,9 65 0,-7-86 0,0-1 0,0 1 0,-2-1 0,2 20 0,-3-29 0,0 0 0,-1 0 0,1 0 0,0-1 0,-1 1 0,0 0 0,1 0 0,-1 0 0,-1 0 0,1-1 0,0 1 0,0 0 0,-1-1 0,0 1 0,1-1 0,-1 0 0,0 0 0,0 1 0,0-1 0,-3 2 0,-1-1 0,0 1 0,0-1 0,0 0 0,0-1 0,-1 1 0,1-1 0,0-1 0,-1 1 0,-11 0 0,-6 0 0,-34-3 0,36 0 0,-33 3 0,-203 39 0,201-29 0,29-5 0,0-2 0,-33 2 0,-51-6 0,61-2 0,-97 12 0,-104 23 0,168-26 0,-163-5 0,134-4 0,-1068 0 0,1151 4 0,-1 0 0,1 2 0,0 1 0,-53 18 0,41-11 0,-62 10 0,56-16 0,-148 16 0,-343-21 0,290-3 0,-2696 1 0,2904-2 0,-1-3 0,-73-16 0,69 11 0,1 2 0,-50-2 0,-100 10 0,-23 0 0,125-12 0,13 1 0,-258 7 0,193 6 0,-534-2-1365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05:27.4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837 0 24575,'-3'1'0,"-1"0"0,1 0 0,-1 0 0,1 1 0,0-1 0,0 1 0,0 0 0,0 0 0,0 0 0,0 0 0,1 0 0,-4 4 0,-8 6 0,2-3 0,-1-1 0,1 0 0,-1-1 0,-1 0 0,1-1 0,-1 0 0,0-1 0,-1-1 0,1 0 0,-1-1 0,1 0 0,-26 0 0,-1-2 0,-1-2 0,1-1 0,-1-3 0,1-1 0,-72-21 0,81 17 0,6 1 0,-1 1 0,0 1 0,-40-4 0,64 10 0,1 1 0,-1 0 0,1 0 0,-1 0 0,1 1 0,0-1 0,-1 1 0,1-1 0,-1 1 0,1 0 0,0 0 0,-1 0 0,1 0 0,0 0 0,0 0 0,0 1 0,0-1 0,-2 3 0,1-1 0,1 0 0,-1 0 0,1 0 0,0 1 0,0-1 0,0 1 0,0-1 0,1 1 0,-1 0 0,0 5 0,-1 9 0,0 0 0,1 0 0,1 0 0,2 19 0,-1-26 0,5 772 0,-5-108 0,0-667 0,0 0 0,1 0 0,0 0 0,0 0 0,1 0 0,0-1 0,0 1 0,5 10 0,-5-14 0,0-1 0,0 1 0,0-1 0,1 0 0,-1 0 0,1 0 0,0 0 0,0 0 0,0 0 0,0-1 0,1 1 0,-1-1 0,0 0 0,1 0 0,0 0 0,0-1 0,-1 1 0,7 1 0,18 1 0,0 0 0,1-2 0,-1-1 0,52-5 0,-17 1 0,-56 3 0,0 0 0,-1 1 0,1 0 0,0 0 0,-1 0 0,1 1 0,-1 0 0,8 3 0,1 3 0,27 17 0,-23-13 0,-4-4-31,1 0 0,-1-2-1,1 0 1,0-1 0,19 4 0,-5-1-1147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5:32.6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23 24575,'37'-7'0,"0"1"0,52-2 0,77 6 0,-107 3 0,40-2 0,197 11 0,-215 6 0,-57-10 0,0-1 0,28 2 0,96-6 0,39 4 0,-173-3 0,-1 1 0,0 0 0,1 1 0,-2 1 0,1 0 0,14 8 0,-11-5 0,-4-3 0,-1-1 0,1 0 0,0-1 0,1 0 0,-1-1 0,17 1 0,78-4 0,-20 0 0,127 19 0,309-14 0,-292-6 0,1601 3 0,-1743-6 0,147-25 0,-149 15 0,162-6 0,236 24-1365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EA700-B399-4F39-9391-157BE85B5F03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7F97C-DB24-4812-84A0-F08EB5C6A06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277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9796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202F-D9A3-86B0-6840-FA80B92E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3AFF5-811D-B6DB-A380-EDF7EF254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C4EA4-D778-21C1-B0D2-170728FC8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1C6A9-0E89-921C-5DF8-9FEF14A10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009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7967-3797-3BDE-8000-43411B2D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7AC49-D434-1B9E-6804-339733D16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95318-61C1-0081-5D25-412A4E487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3A23C-2CB2-FFBE-D19C-A038F7A1B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2505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EB39-A6A2-1934-6C84-11A3B2B7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30B36-EC77-37CB-5051-A003F782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F1EC8-376F-2524-1FC3-A682E948A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5CF21-450A-1803-0B11-0F58D0AEE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0820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B58C-C2DE-43F4-6607-F7E812A0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F20DD-D985-4D68-5375-4C231B9C0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0C017-89E6-DA4B-D1E1-F2F0FDB34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12573-88BA-57B1-1F5C-503B3FCB9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0887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A071-E659-799D-9FF2-11911D6B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889C7-6F4A-2686-E3B2-40BCE0801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1445-AD0E-BB6E-A253-8CB2652A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CFC03-0387-1237-465E-679D7BC17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825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202F-D9A3-86B0-6840-FA80B92E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3AFF5-811D-B6DB-A380-EDF7EF254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C4EA4-D778-21C1-B0D2-170728FC8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1C6A9-0E89-921C-5DF8-9FEF14A10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0099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A8227-3739-3972-5E76-D60EADF2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3A56E-1695-3074-86A5-A4A4CAB88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C96C4-60DF-4FC7-E6EB-62348BAEC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10BB0-0865-29C7-0DF9-EFAD6BC9E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3560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E5E5D-2875-140E-9A1C-79DC1E90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A2737-7F6B-0D1A-2708-79BF516C2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371D9-EAE5-C9DE-516F-F89EAE862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861B7-865B-6BB9-0FA7-9BDEE5E97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5598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40F6-0EB1-CE7B-6226-5A7AB7B7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E923F-80B6-FBE8-259F-73E090308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94B88-32A4-3FD2-2534-811474A41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928B7-CB59-7A0C-3F2C-9E68857DB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5863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EB39-A6A2-1934-6C84-11A3B2B7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30B36-EC77-37CB-5051-A003F782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F1EC8-376F-2524-1FC3-A682E948A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5CF21-450A-1803-0B11-0F58D0AEE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0820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202E-B70C-7374-4366-463211EE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06D56-E8C7-3C64-9C47-F00B9CAC9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2C81-8F9B-AD28-6AC2-67C9E8CE3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050BE-C41C-D581-DD6D-F75121E10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9470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A071-E659-799D-9FF2-11911D6B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889C7-6F4A-2686-E3B2-40BCE0801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1445-AD0E-BB6E-A253-8CB2652A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CFC03-0387-1237-465E-679D7BC17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825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B58C-C2DE-43F4-6607-F7E812A0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F20DD-D985-4D68-5375-4C231B9C0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0C017-89E6-DA4B-D1E1-F2F0FDB34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12573-88BA-57B1-1F5C-503B3FCB9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0887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60BA-413A-D388-36FE-58EB19EC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903C8-013F-C93F-0083-D3932AAC5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80EC6-67BF-B1A4-574A-F0880DE55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99EA9-7E83-A462-09A0-C7B29F3DA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4986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7502-D3C5-8500-1840-65981A40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05458-4881-0926-A10C-6657446DC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1DFCD-0BF7-2DD2-7774-02CE7AF40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27992-53A0-CB04-0BCD-4DBE160A8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7161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4426-DBA5-EBAB-F0BB-2A98E361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6B122-773F-7931-CCFE-42E323065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B19A1-F76A-619A-F070-6A1E7D285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6CA27-3C0E-C044-B5DF-D48B07269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450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3D15-08BD-AE3A-0872-04C05ADC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61013-E7BB-5E61-2F02-632FE1349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83B37-B010-2152-9A02-CFE685C5D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7BF77-67D5-DDE8-0F40-4DBC7E2D9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6634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3BCA-37E1-7575-CD51-0F66D4960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47937-DC65-F542-95F9-4A4493484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FFA1F-C7CE-D747-6A3F-D3B3AABD1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A87C1-112D-29D4-B9D8-F0DB492D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9939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FBDC-43CE-25FF-7C9E-B43ED235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F9B81-C5F3-79BB-3DB5-1DE36F2F8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7AAEE-4D45-3BDE-6F05-A3843567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A0B5-A506-A2A4-D268-BDFF26C4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4291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CA47-CAF7-7396-7B82-3DF9A5CD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37EA-4120-8384-5A67-441EFEDE7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2302B-D41F-26F3-87BA-A149F12F1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D7E76-200A-D95A-919D-9DE513FAC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742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1E3A-1A3C-6B8F-B799-348956C2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ADC07-2735-AF96-8011-CF9BD1821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0A063-F891-2D21-F84E-0C63DBB4E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FB9E7-65E8-5B87-7545-8F3B292A4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9558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0C72-3522-36ED-8397-5100568F1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61F3A-5AE9-840F-D515-87E8AC271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CA16F-558A-EEF2-B4D8-DC77104F9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E91B5-88EA-DDC2-0A41-58507A155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21657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4845-9B08-C9F8-60B2-14C42ECB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D0639-6992-CF72-4844-D8A9D735C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A626D-5128-38A5-A212-98D81D5C3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2C016-F7CC-1A05-A467-8E4F61A6C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386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4A32-3CB0-E24B-B3D6-5119A38D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96D7F-0FFA-5488-3B34-2214D315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088CC-FD0F-4F2C-1EE4-CAEEFD7B0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3AE31-C06B-F97E-407A-0DED4D5E4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29806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47EE-7ADB-A925-066D-DEBCAAB4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9FAC3-93F0-7F82-2570-C4870186B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AB20-4724-8AEC-F6DD-6DAF05177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6B675-D52C-CEEE-8CAE-6CF7C2FB2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07798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6A85-2655-771D-4494-A82A0B8A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6CD39-5800-15B5-DE30-F7447E34A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35BB0-5980-3820-8F35-94CD553E6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0AD8C-68C9-A100-F41D-BFD23CB71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09499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202F-D9A3-86B0-6840-FA80B92E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3AFF5-811D-B6DB-A380-EDF7EF254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C4EA4-D778-21C1-B0D2-170728FC8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1C6A9-0E89-921C-5DF8-9FEF14A10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00993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ED17-1F8B-5C49-9077-82C78093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0A3DC-6133-69F8-0221-1D01FFC55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7EE38-D6CA-6099-6606-616021649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2FB1D-F19C-27A8-70E2-97FEC1C8B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29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19652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6546-C89F-DB74-83BC-D681739B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AB46F-269F-6BE4-4B3F-E0450CD56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B97A8-879C-C68C-DDC1-157F97E4E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3A861-3B5E-6A18-1BC4-36C3423C6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37389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40F6-0EB1-CE7B-6226-5A7AB7B7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E923F-80B6-FBE8-259F-73E090308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94B88-32A4-3FD2-2534-811474A41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928B7-CB59-7A0C-3F2C-9E68857DB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58632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3EBC-600F-11A5-AF1C-66EBDC50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C2C2F-CD73-2AFA-6937-67D389F1E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5311D-01F2-E910-95B1-4F4C3F6C2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92B2-3CB1-9D0E-7247-43FEC8763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77608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6ADF-A4DC-209F-9723-7FC47CD8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F798F-41A6-9A33-5D04-8D9B180F5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E2E97-ABB0-847B-79FB-9CA0BB7B7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4B993-0AC3-F2BD-4B80-F1A14316B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68278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A8227-3739-3972-5E76-D60EADF2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3A56E-1695-3074-86A5-A4A4CAB88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C96C4-60DF-4FC7-E6EB-62348BAEC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10BB0-0865-29C7-0DF9-EFAD6BC9E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3560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4C2F-5A68-C23F-8B92-5B5642D1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AE857-9741-C5A6-E483-D8D83B9F9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34F2A-0C0F-BB8A-58DA-42F858AA3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F7507-6A5A-33FC-10E8-138B1DC4C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82365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C81E-1356-91C0-2ADE-4ACD3034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F40BF-B6A3-1AD6-C9DE-015BF7171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49C9A-032F-75F9-ABAA-6966547FA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E1EC1-55D5-EEAD-B328-646D04B9B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57075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A821-5ED8-5BFD-3DE0-3E5590EF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F5FDD-7CE3-8D07-FDFA-54CC98BC6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72EFD-8F90-0A84-9F10-58AB56D8A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5166F-D399-EFA5-291E-599F089A4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67132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4703-7355-1826-9368-DEB46BFD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50F29-1807-6C7E-BA42-7EBF92B3C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D24F2-E870-40F1-1203-C61074AC2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1250D-E1BE-3CC4-9829-A0DC77D04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75057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1247-9FE4-5B44-E222-5FE709C7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39C96-ACE3-6E7E-E641-EAB3AACC2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3742F-A658-0178-B8FC-10B477209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C3A8E-1ACB-9BB2-379F-79CE5E328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39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61362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C311-BA15-6CAE-A4A3-E6C36EDB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B063B-A639-A5A6-12DF-1A46DDB2F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7E2B-B70A-FFB9-F53F-89F58858F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CA910-4747-51D3-A62B-58EAB6238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71087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7502-602C-57A3-71CF-3DC4BF44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249DB-CD51-411A-8812-CC7E48242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485CC-68CC-0E2D-FAF3-19CAD4B45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ACF24-0E28-8E43-9AF7-DAEADAE02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84440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EB39-A6A2-1934-6C84-11A3B2B7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30B36-EC77-37CB-5051-A003F782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F1EC8-376F-2524-1FC3-A682E948A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5CF21-450A-1803-0B11-0F58D0AEE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08208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BF96-126C-E891-421D-055A287D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3365A-0831-052D-3A3C-947D0A98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42D3C-AF90-C38F-2A66-FA3657A52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C29F-DF10-EB72-AA94-CBEC15AED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55565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D16B-7252-1FA7-7AB9-41F0281B3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59C4D-5DF6-576F-D8CA-1B7D05FBD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3A4C5-F5BF-D70E-F110-CED9A96FF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8D15E-51CC-4522-C7E7-43B93FEFC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47929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2663-2AE0-7120-7E62-FD84D619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D571B-424A-7DF9-B9E7-306F3CD45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82386-6A37-5D4D-F5B4-1CB608C05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AED1-940E-886B-2481-132E25A83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73738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68CC-B8D3-E416-6CA4-9E933186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EDAE3-4200-52EA-1912-09A8E3331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B9C97-F925-F59D-6A99-36E61A5DA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0AB6C-108B-CF59-9F6A-223F3ECAD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65335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28EF-114A-E3BE-C5DD-A3EFC428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2B013-BE49-90BF-9B78-12F8CBE33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F1E87-0039-8978-B529-E041FC1B9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06F5C-8313-A0DF-7A88-635ADEA7E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65888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DE8E-A624-2CE2-7E0F-12ECFE92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785A0-FB4E-4327-ACCF-4F9979558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B485C-AB0E-0801-37A4-B2803BC77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43DFB-91AE-EFB2-3818-AD088875F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64227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A071-E659-799D-9FF2-11911D6B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889C7-6F4A-2686-E3B2-40BCE0801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1445-AD0E-BB6E-A253-8CB2652A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CFC03-0387-1237-465E-679D7BC17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49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8250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1289-3E1E-D683-72AA-7AAEB4D6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7219D-1FC5-BBB3-1F22-B54800BF1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EE6A6-4BE5-DB93-3CD7-0623F65BA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8FD3A-2DB3-C24F-F736-A4DA545A2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35904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C25B0-534B-F752-3692-398E16B9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114EC-1801-DA70-7423-A136CAF56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48F86-C03C-75B0-7677-7D9456C20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4D75C-E2CE-0C08-2C22-FCBE99858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12186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4291-D8BB-A900-60FD-FB0844CC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DE3DE-F557-362C-7B4C-535C2A475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D7AB3-17F4-5793-B7A2-0231B76AF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E4044-5FB6-AD21-4A9A-6A5FF20A1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73573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7096-7D63-87E6-D0E2-ACFB9932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73ADD-6E09-6BCB-6E2F-72C2B3072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982CC-D628-46FA-E092-44C2E4066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E9F1A-ED51-83BD-9112-F45246BD1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01175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8D67-CE62-CD3A-14AB-E0AD61C4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A1BA1-03D0-8909-4937-5A9893F30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1695-6985-870B-CDAE-F8A0CAC1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07E25-0A4B-BAF4-E9EB-113195AEC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31089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42C5-B0E3-C364-80F7-9B20659A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08100-6D36-371C-0CC3-871D4A017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639E5-D3F5-B965-B62F-8F12B24EB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55B9B-AC00-DD86-5891-DE2DE1353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08929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6117-7DAA-1B87-8CC9-A39FAB37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0A35C-6FE9-E4FA-64B5-E4EABD884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DC705-F1F4-3ED6-A687-39005D306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2B1D9-04DC-0A22-2C2A-4B6976A6C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69383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1498-EC55-EEAF-B391-3B87A0C7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8ED1F-9B35-413E-9CA8-5192D8C8C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CD9C8-771B-9CD0-F43C-DD5A405DF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FF80D-D91C-250E-7CC4-F048F3915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7F97C-DB24-4812-84A0-F08EB5C6A06D}" type="slidenum">
              <a:rPr lang="en-ID" smtClean="0"/>
              <a:t>57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882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3B45-BD4C-9110-B746-5189F5D9B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CA4FD-5D54-9283-EDD0-2EC4A091C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475C3-FD00-A569-CECF-DE8D5FD9B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F5285-D66B-4D13-E455-8ADC0551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87FB-1885-C832-B75C-7E2EB1EA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024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16BA-A256-F298-91CE-5063B4C5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51B2-2192-C9C2-681F-9069D35A6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D8520-30E2-3344-830D-75BA3F34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1F1A8-06E9-64D6-B943-80A11977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BC967-F157-B2F2-338C-D543F7E1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766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3BDD-5ED1-FF70-C9F9-9BE35552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511D9-662C-8A3E-74E6-D74D330D1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7BB6-F027-22FC-4B80-17FE6B9A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78E4B-06CF-E8A4-CE98-7C33C2C3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CE580-6C1F-B95A-6BF4-D7E4350D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272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6748-DA42-F92A-F53C-29936FB5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2D29-5540-8E88-593A-5EDFF2F65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C8CB9-FDAE-6101-0D66-D2FC336A9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DAC34-7038-5067-3830-84BD261A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E79BC-4C89-9A9E-E789-45FB1C45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4AE31-1333-592F-547C-27166CDA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907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B1F0C-43A7-9781-8415-A082CDDD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31CCF-7400-A07A-8F39-972495F5F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D84C9-6C73-3ADF-D27E-28B46C7DD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7685D-8AAA-3A8A-7E02-425A4CE3F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5DF43-79A8-4E88-E6A8-F8C37EBC3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03CE3-5253-AF6C-16C9-7A813ACA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AB210E-425C-0B4C-0F80-6B9E5E88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DD72B6-DE9A-B1C2-3B3E-1638A0C8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595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61F7-F95F-77A9-6DD9-0481E3CA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AE092-73EC-2545-EC40-01BA16FE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9CDBD5-AE50-7EB7-9F35-B4C06AC3C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AA229-329C-C1CA-0AC8-1A54C287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600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BC9CD-06AC-2A7F-CF15-8CED6832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D3908-3D73-AACB-0036-93987B80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DE8E6-FE7D-71F7-787D-1E8E7296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149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6E2D-B924-1375-7EB3-EE946E41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CB26-CDBA-2954-E019-D5B85D101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92442-211A-67BD-7FBC-83D6A14E1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EC612-2AB2-23A1-68E7-1BDC8042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9162D-25BD-F01E-A581-23AF3FE5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166D5-E120-DF6E-2C5C-1F046E06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51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E662-56A2-A18A-B481-45332E5B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E37C2B-0269-6CA2-1239-5064F5212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0FB04-FF6B-B54D-3BBD-3312F5C33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A5621-3EDA-B563-1B1F-08BC0B0F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6A64C-C34F-40C3-E42F-B3540E7D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A1189-9B43-0EC3-31A6-88F09F04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854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6156-CEC8-8503-830B-80F91184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9A440-FBD4-C84F-8074-ACCE81429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772B1-6BFC-BFEB-813B-EAB31080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E5F72-C795-84B4-445A-3EF6E489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C3FF3-60E1-73BE-257A-1383638F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616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CCAC-3212-41F6-8143-01DBB10A0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1B380-4127-785D-DDCE-1E8DB5698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D7DBA-7519-AA1C-195F-8E4DBDF1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D1906-D46E-1912-7033-C87684B1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1DA9-FCA5-DEC7-E30B-5B40BDBD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491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D3B75-73A3-4F19-FE3C-B474D64A2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59BB3-4C5E-D4D9-2FB5-56B974A0D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D0E3-689D-8502-7266-EC0552340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DB768-C3BA-4D4D-8AE3-25E6919C1674}" type="datetimeFigureOut">
              <a:rPr lang="en-ID" smtClean="0"/>
              <a:t>21/02/2025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1C475-10E3-1D5C-95A7-CB62524E2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B0440-AABC-052D-5D7F-8897BD5E1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01F9D-84C6-4FD5-8DDD-6E1F8CEF2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171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odejs.org/en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odejs.org/en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3.png"/><Relationship Id="rId4" Type="http://schemas.openxmlformats.org/officeDocument/2006/relationships/customXml" Target="../ink/ink4.xml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odejs.org/dist/latest-v18.x/docs/api/fs.htm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odejs.org/dist/latest-v18.x/docs/api/fs.htm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localhost:3000/pesan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D624AD68-726A-E140-247B-8AA3420095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F391AF4C-C403-C343-6622-B52F6D628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11324A-87F3-6459-8B3B-4DD0127F6A3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1D6426-D134-3B82-E629-13B34D732A96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pic>
        <p:nvPicPr>
          <p:cNvPr id="2" name="Picture 2" descr="Node.js Development Company for Web &amp; Mobile Apps | inVerita">
            <a:extLst>
              <a:ext uri="{FF2B5EF4-FFF2-40B4-BE49-F238E27FC236}">
                <a16:creationId xmlns:a16="http://schemas.microsoft.com/office/drawing/2014/main" id="{51F62B58-3CA1-3E4E-51A6-6FE4281D4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970" y="1658502"/>
            <a:ext cx="5337233" cy="326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04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8329-A172-6CA7-56A1-16C8347A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A234BDC-198D-EDE3-F875-08ACD37D3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DD3DAE97-679B-191C-3608-A61FD01AB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5CBF13-C32B-C607-25EF-3D5570B090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96559A-92FA-0262-A878-C2BFD08B6129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D578B4E-4260-964D-72F4-01FFE0F0C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011" y="2116975"/>
            <a:ext cx="8189139" cy="3345148"/>
          </a:xfrm>
        </p:spPr>
        <p:txBody>
          <a:bodyPr>
            <a:noAutofit/>
          </a:bodyPr>
          <a:lstStyle/>
          <a:p>
            <a:pPr marL="342900" indent="-342900" algn="just" rtl="0" fontAlgn="base">
              <a:buFont typeface="Arial" panose="020B0604020202020204" pitchFamily="34" charset="0"/>
              <a:buChar char="•"/>
            </a:pP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Pada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Tahun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2009, NodeJS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pertama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kali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diperkenalkan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oleh Ryan Dahl </a:t>
            </a:r>
          </a:p>
          <a:p>
            <a:pPr marL="342900" indent="-342900" algn="just" rtl="0" fontAlgn="base">
              <a:buFont typeface="Arial" panose="020B0604020202020204" pitchFamily="34" charset="0"/>
              <a:buChar char="•"/>
            </a:pP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platform runtime yang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bisa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digunakan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menjalankan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kode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diluar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Web Browser</a:t>
            </a:r>
          </a:p>
          <a:p>
            <a:pPr marL="342900" indent="-342900" algn="just" rtl="0" fontAlgn="base">
              <a:buFont typeface="Arial" panose="020B0604020202020204" pitchFamily="34" charset="0"/>
              <a:buChar char="•"/>
            </a:pPr>
            <a:r>
              <a:rPr lang="en-ID" sz="20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 </a:t>
            </a:r>
            <a:r>
              <a:rPr lang="en-ID" sz="2000" b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lang="en-ID" sz="20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runtime engine </a:t>
            </a:r>
            <a:r>
              <a:rPr lang="en-ID" sz="2000" b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bernama</a:t>
            </a:r>
            <a:r>
              <a:rPr lang="en-ID" sz="20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V8, yang </a:t>
            </a:r>
            <a:r>
              <a:rPr lang="en-ID" sz="2000" b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ID" sz="20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lang="en-ID" sz="2000" b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javascript</a:t>
            </a:r>
            <a:r>
              <a:rPr lang="en-ID" sz="20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runtime engine </a:t>
            </a:r>
            <a:r>
              <a:rPr lang="en-ID" sz="2000" b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ID" sz="20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Google Chrome</a:t>
            </a:r>
            <a:endParaRPr lang="en-ID" sz="2000" b="0" u="none" strike="noStrike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 algn="just" rtl="0" fontAlgn="base">
              <a:buFont typeface="Arial" panose="020B0604020202020204" pitchFamily="34" charset="0"/>
              <a:buChar char="•"/>
            </a:pP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project yang Free dan </a:t>
            </a:r>
            <a:r>
              <a:rPr lang="en-ID" sz="2000" b="0" u="none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OpenSource</a:t>
            </a:r>
            <a:r>
              <a:rPr lang="en-ID" sz="2000" b="0" u="none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b="0" u="sng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6"/>
              </a:rPr>
              <a:t>https://nodejs.org/en</a:t>
            </a:r>
            <a:endParaRPr lang="en-US" b="0" u="sng" strike="noStrike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 rtl="0" fontAlgn="base"/>
            <a:endParaRPr lang="en-ID" sz="2000" b="0" u="sng" strike="noStrike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CD87C-51D9-2317-B931-256796AEA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Pengenalan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20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E253-5F32-2317-02D4-A6F3D9E0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40B6CCEB-9328-6196-2177-744081990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41DEC0DB-AF24-131A-292B-0B94710FD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C8CA3-1AD2-48F3-ECE1-0210A665738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CC418F-6601-215E-A5B6-6D5AF3DCB908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6E84D1-DE34-DE0E-CDEA-FEA3D440E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011" y="2464931"/>
            <a:ext cx="8189139" cy="3345148"/>
          </a:xfrm>
        </p:spPr>
        <p:txBody>
          <a:bodyPr>
            <a:noAutofit/>
          </a:bodyPr>
          <a:lstStyle/>
          <a:p>
            <a:pPr algn="just" rtl="0" fontAlgn="base">
              <a:lnSpc>
                <a:spcPct val="150000"/>
              </a:lnSpc>
            </a:pP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sebuah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runtime environment yang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bersifat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open source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serta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cross-platform, yang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dirancang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memungkinkan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kode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di </a:t>
            </a:r>
            <a:r>
              <a:rPr lang="en-ID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luar</a:t>
            </a:r>
            <a:r>
              <a:rPr lang="en-ID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browser.</a:t>
            </a:r>
            <a:endParaRPr lang="en-ID" sz="2000" b="0" u="sng" strike="noStrike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74C39-C5F7-7D05-1A3C-2D8CF9BD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Pengertian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85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0E30-95AB-BC9D-61FB-4259FFEE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483BAC6-1DDD-9D0E-867A-DD10DB5685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1BB31BA3-D892-CE6E-9479-E5C66EA39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C3FE16-C255-1342-84C1-E5E515E85AD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64B217-BB20-9646-AC16-9706F17056AB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B41CC94-4EEA-A34A-D19A-1118675E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011" y="1534351"/>
            <a:ext cx="8189139" cy="3345148"/>
          </a:xfrm>
        </p:spPr>
        <p:txBody>
          <a:bodyPr>
            <a:noAutofit/>
          </a:bodyPr>
          <a:lstStyle/>
          <a:p>
            <a:pPr marL="342900" indent="-342900" algn="just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Bersifat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Non-Blocking, yang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berarti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kode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menghalangi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jalannya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kode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berikutnya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sehingga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memungkinkan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proses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berjalan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asynchronous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tanpa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menunggu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sebelumnya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342900" indent="-342900" algn="just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sz="170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Kinerja </a:t>
            </a:r>
            <a:r>
              <a:rPr lang="en-ID" sz="170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cepat</a:t>
            </a:r>
            <a:r>
              <a:rPr lang="en-ID" sz="170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sz="170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karena</a:t>
            </a:r>
            <a:r>
              <a:rPr lang="en-ID" sz="170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</a:t>
            </a:r>
            <a:r>
              <a:rPr lang="en-ID" sz="170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lang="en-ID" sz="170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lang="en-ID" sz="170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mesin</a:t>
            </a:r>
            <a:r>
              <a:rPr lang="en-ID" sz="170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V8 Engine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Google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sehingga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mempunyai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bagus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dan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cepat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342900" indent="-342900" algn="just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Ekosistem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NPM (Node Package Manager) yang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luas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NPM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menyediakan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banyak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dan library yang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siap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pakai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mempercepat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pengembangan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banyak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library yang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dapat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digunakan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langsung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342900" indent="-342900" algn="just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Single Programming Language (JavaScript),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hal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memungkinkan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penggunaan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di frontend dan backend,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sehingga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memudahkan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kolaborasi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antar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tim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pengembang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ID" sz="1700" i="1" strike="noStrike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 algn="just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Aplikasi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Real-time, yang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mendukung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WebSockets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komunikasi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dua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arah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antara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server dan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klien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ideal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aplikasi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7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seperti</a:t>
            </a:r>
            <a:r>
              <a:rPr lang="en-ID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game online, chatting, dan live streaming.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A18BE-ED79-07AB-A83F-04739E2F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Keunggulan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15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28AE-5412-4967-754A-D91FF923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34426E8F-4ACA-7856-42A0-68F83AD02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A487D3F7-CD4B-66C0-D3FA-50381FF71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BE51A-F0BC-EED0-2F4B-C0FB3A2AB48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580514-30FD-A180-151F-42FCA3F388D5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DFC61-7E91-91E8-0646-4106337A0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6109" y="1954206"/>
            <a:ext cx="5661729" cy="1894556"/>
          </a:xfrm>
        </p:spPr>
        <p:txBody>
          <a:bodyPr>
            <a:no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Lanjut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NodeJS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5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656A-15B1-D96D-14AF-21FB52ED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A19AB83D-C71D-5D44-38A5-2F4801E8CE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9B94A1DA-E221-E51B-9C0A-562F648E8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0C87A5-5882-DEC8-74D6-4C423640B4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BDBEEB-723B-746B-2966-D707B86F08BA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DED8CB3-9059-A331-7C11-94D872E53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1349" y="2133157"/>
            <a:ext cx="7282832" cy="3345148"/>
          </a:xfrm>
        </p:spPr>
        <p:txBody>
          <a:bodyPr>
            <a:noAutofit/>
          </a:bodyPr>
          <a:lstStyle/>
          <a:p>
            <a:pPr marL="342900" indent="-342900" algn="just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Unduh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6"/>
              </a:rPr>
              <a:t>https://nodejs.org/en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 algn="just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Install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nodejs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 algn="just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Cek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instalasi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command prompt dan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ketik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 -v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0D554-8BAD-E00A-5BB0-F128126FA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35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8329-A172-6CA7-56A1-16C8347A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A234BDC-198D-EDE3-F875-08ACD37D3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DD3DAE97-679B-191C-3608-A61FD01AB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5CBF13-C32B-C607-25EF-3D5570B090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96559A-92FA-0262-A878-C2BFD08B6129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D578B4E-4260-964D-72F4-01FFE0F0C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295" y="2578221"/>
            <a:ext cx="8189139" cy="3345148"/>
          </a:xfrm>
        </p:spPr>
        <p:txBody>
          <a:bodyPr>
            <a:noAutofit/>
          </a:bodyPr>
          <a:lstStyle/>
          <a:p>
            <a:pPr marL="457200" indent="-457200" algn="just" rtl="0" fontAlgn="base">
              <a:buFont typeface="+mj-lt"/>
              <a:buAutoNum type="arabicPeriod"/>
            </a:pPr>
            <a:r>
              <a:rPr lang="en-US" sz="2000" b="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Cara </a:t>
            </a:r>
            <a:r>
              <a:rPr lang="en-US" sz="2000" b="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lang="en-US" sz="2000" b="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US" sz="2000" b="0" strike="noStrike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lang="en-US" sz="2000" b="0" strike="noStrike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NodeJS</a:t>
            </a:r>
          </a:p>
          <a:p>
            <a:pPr marL="457200" indent="-457200" algn="just" rtl="0" fontAlgn="base">
              <a:buFont typeface="+mj-lt"/>
              <a:buAutoNum type="arabicPeriod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Cara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NodeJS</a:t>
            </a:r>
          </a:p>
          <a:p>
            <a:pPr marL="457200" indent="-457200" algn="just" rtl="0" fontAlgn="base">
              <a:buFont typeface="+mj-lt"/>
              <a:buAutoNum type="arabicPeriod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Cara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membuat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NodeJS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CD87C-51D9-2317-B931-256796AEA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686131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Pembahasan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90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E81E3-1493-FF85-BA20-2BFCB519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4169DCF1-4F1B-7188-707D-8AE7292DC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41A31BB4-8048-3011-E7AA-E5CDAC38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596227-5349-7A00-5574-6D3F9D764DB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8038B9-5E07-7849-6CC4-63A68F9AC892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D1335-DD67-8553-8CA9-1D37A21DB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1609" y="718499"/>
            <a:ext cx="5443244" cy="651287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Membaca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FD5FC8-1C2D-A9EC-95C7-491108AD2F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62474" y="1904908"/>
            <a:ext cx="7097038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menyediakan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System (fs)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mengelola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dan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direktori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modul</a:t>
            </a:r>
            <a:r>
              <a:rPr lang="en-US" altLang="en-US" sz="1800" dirty="0">
                <a:latin typeface="Arial" panose="020B0604020202020204" pitchFamily="34" charset="0"/>
              </a:rPr>
              <a:t> file system </a:t>
            </a:r>
            <a:r>
              <a:rPr lang="en-US" altLang="en-US" sz="1800" dirty="0" err="1">
                <a:latin typeface="Arial" panose="020B0604020202020204" pitchFamily="34" charset="0"/>
              </a:rPr>
              <a:t>biasa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digunakan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untuk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Membaca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Menulis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Menghapus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Mengganti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nama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 err="1">
                <a:latin typeface="Arial" panose="020B0604020202020204" pitchFamily="34" charset="0"/>
              </a:rPr>
              <a:t>M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embuat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folder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dll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46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8CB1-C2B1-1485-C8D9-00385773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5F07A777-8EB5-E32D-7026-0AF1B131F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9D0C6898-891A-02B4-4F7C-E41CCEB58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98BBEA-0A4A-95FB-7A36-8C5693EC5F9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ED16C5-BDBB-CD87-6211-40727D4436F0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D1F79-1364-0363-227B-0A1CE8857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 fontScale="90000"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– Reading from file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7BB7885-D2A4-D3B3-DB77-37AC47F677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28217" y="1938864"/>
            <a:ext cx="86913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mengimpornya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terlebih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dahulu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75EADE-CC1D-796A-2459-0BBA2633E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398" y="2954526"/>
            <a:ext cx="3534268" cy="533474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DB02021A-9937-4E78-5F60-8B2F33C1E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115" y="3785522"/>
            <a:ext cx="78007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require('fs')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mengimpor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File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(fs)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bawaan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Node.js.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memungkinkan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interaksi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sistem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seperti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rename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dan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menghapus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49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0FDE-653A-34F2-E53A-971E35E4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091834F7-0420-DC4A-CCC2-29F36E360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B067D5AD-5BE6-C035-A2E6-EC100AE41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FD7983-CFC5-91DE-0217-C1BB293029E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5FAE6A-5C68-C9EF-ABA8-277A51B30B3F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19BF4-BA1C-FD3B-939C-73E14344B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 file with 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98BA60E-A872-746D-3452-59FD076907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28217" y="1882220"/>
            <a:ext cx="86913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(path, encoding, callback)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non-blocking)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34155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34155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8E0AA4E-B844-C76D-49A2-6C0D38BC8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851" y="4036767"/>
            <a:ext cx="77683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Path :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lokasi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yang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ingin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dibaca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Encoding 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misalnya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'utf-8' agar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hasilnya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berupa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string,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tanpa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encoding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maka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output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defaultnya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berupa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buffer.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callback(err, data) :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dijalankan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setelah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dibaca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D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callback function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dipanggil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memproses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hasilnya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err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berisi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error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jika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terjadi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kesalahan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misalnya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ditemukan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sedangkan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</a:t>
            </a:r>
            <a:r>
              <a:rPr lang="en-ID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erisi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bentuk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teks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buffer.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D5958-FE5F-CE8F-D443-70A1B7112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364" y="2863491"/>
            <a:ext cx="6011365" cy="86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94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0E30-95AB-BC9D-61FB-4259FFEE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483BAC6-1DDD-9D0E-867A-DD10DB5685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1BB31BA3-D892-CE6E-9479-E5C66EA39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C3FE16-C255-1342-84C1-E5E515E85AD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64B217-BB20-9646-AC16-9706F17056AB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A18BE-ED79-07AB-A83F-04739E2F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695585"/>
            <a:ext cx="5443244" cy="651287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perbedaan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membaca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928A23-E67A-4200-AF9C-7EC0759F4E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65532" y="1585893"/>
            <a:ext cx="810189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require()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Blocking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Bersifat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yang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berarti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menunggu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sampai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dibaca</a:t>
            </a: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64650-CB74-A88C-F670-E485E94709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550" y="2789631"/>
            <a:ext cx="5039428" cy="77163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58F3ED1-AF58-F3E6-E662-EC411C10F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734" y="3905218"/>
            <a:ext cx="770361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require('./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')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langsung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sebagai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Outputnya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berbeda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isi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karena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hasilnya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berupa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Jadi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require()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angsung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mengubah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JSON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62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E701-5989-1B69-0042-A3D5F877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ED652C6-68D5-E227-2FA9-16FFE2094E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70F1C335-5B20-292C-745F-F20F0B727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477C6-9898-1B84-A70E-5AAED390667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E1D441-C109-E369-373D-1CD853F94FF0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BDE4C-669D-AD0C-1C1D-113C797FC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695585"/>
            <a:ext cx="5443244" cy="651287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perbedaan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membaca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F8F0C30-E57F-28D1-3475-4902D5DC11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65532" y="1618862"/>
            <a:ext cx="76209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2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Non Blocking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Bersifat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inkron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yang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berarti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menghentikan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kode</a:t>
            </a:r>
            <a:r>
              <a:rPr lang="en-ID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lain.</a:t>
            </a: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E874E72-F09F-4A2B-FB49-EC1F6BE266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71483" y="4131090"/>
            <a:ext cx="708771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masih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berbentuk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fs.readFile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JSON, data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Agar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bisa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menggunakannya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sebagai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kita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perlu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mengubah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 JSON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JSON.parse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Perlu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menangani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error (err)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memastikan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bisa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0DAA3E-E24B-8056-BAEB-E3AC1BE18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312" y="2777258"/>
            <a:ext cx="6799564" cy="99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2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656A-15B1-D96D-14AF-21FB52ED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A19AB83D-C71D-5D44-38A5-2F4801E8CE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9B94A1DA-E221-E51B-9C0A-562F648E8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0C87A5-5882-DEC8-74D6-4C423640B4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BDBEEB-723B-746B-2966-D707B86F08BA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0D554-8BAD-E00A-5BB0-F128126FA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9893" y="427625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Kode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FF298-D269-3D57-3232-3B889D3845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959" y="1925174"/>
            <a:ext cx="4925112" cy="7811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BC0FE1-F943-9AB5-0F13-91DA5DA82406}"/>
              </a:ext>
            </a:extLst>
          </p:cNvPr>
          <p:cNvSpPr txBox="1"/>
          <p:nvPr/>
        </p:nvSpPr>
        <p:spPr>
          <a:xfrm>
            <a:off x="6468232" y="3169529"/>
            <a:ext cx="1553672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D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enjadi</a:t>
            </a:r>
            <a:endParaRPr lang="en-ID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B03C06-96A0-D543-770A-AEEEE0A47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827" y="4398856"/>
            <a:ext cx="5563376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21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28AE-5412-4967-754A-D91FF923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34426E8F-4ACA-7856-42A0-68F83AD02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A487D3F7-CD4B-66C0-D3FA-50381FF71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BE51A-F0BC-EED0-2F4B-C0FB3A2AB48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580514-30FD-A180-151F-42FCA3F388D5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DFC61-7E91-91E8-0646-4106337A0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9959" y="2958781"/>
            <a:ext cx="5443244" cy="651287"/>
          </a:xfrm>
        </p:spPr>
        <p:txBody>
          <a:bodyPr>
            <a:no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keduanya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06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B94A-C5D4-D8C1-2A35-24B60D29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EAC41EBD-D9C2-ACFB-55AC-073ADE0C1D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37BFC783-8430-7320-C13A-BE537C592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739B83-6422-5A21-C7D7-97BF9E6C871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FE2315-1357-E9CF-D691-65A3AE97ABE8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B6129-0A07-DA90-8909-1A6E3BFDA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926" y="2372108"/>
            <a:ext cx="6994482" cy="21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4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2A43-3BEE-D365-665F-C9EB5C3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B01CD68E-DA11-70E4-7FE1-EA5BAE4D4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43C81FF9-1FFD-29FA-925E-53A30E0E4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64A26D-7DB9-608A-216E-E44296C1926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411139-4B6C-4A4B-760E-C570FAFA1319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9082F3-3F9C-CB82-5E7E-747B660D4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6770" y="1082762"/>
            <a:ext cx="4730515" cy="18932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8783C8-9063-6AE0-9F5A-1E323964E0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770" y="3052614"/>
            <a:ext cx="4741274" cy="115725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82E434-B935-2368-4D46-002A60F09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1938" y="117745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Edit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1652F-3C8C-7602-E7EB-3695F15C8C09}"/>
              </a:ext>
            </a:extLst>
          </p:cNvPr>
          <p:cNvSpPr txBox="1"/>
          <p:nvPr/>
        </p:nvSpPr>
        <p:spPr>
          <a:xfrm>
            <a:off x="3921812" y="4543148"/>
            <a:ext cx="66718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JavaScript: {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jurusan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Informatika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Unsyiah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'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console.log(data)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mencetak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seluruh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dihasilkan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oleh require('./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JavaScript: {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jurusan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Informatika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Unsyiah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 }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CCCD04-481A-7E3B-D0ED-33FD8E15A648}"/>
              </a:ext>
            </a:extLst>
          </p:cNvPr>
          <p:cNvGrpSpPr/>
          <p:nvPr/>
        </p:nvGrpSpPr>
        <p:grpSpPr>
          <a:xfrm>
            <a:off x="4327354" y="1326495"/>
            <a:ext cx="2930400" cy="632880"/>
            <a:chOff x="4311169" y="1601392"/>
            <a:chExt cx="2930400" cy="63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1AD4653-BACF-B5A8-3AA3-15CED9709C14}"/>
                    </a:ext>
                  </a:extLst>
                </p14:cNvPr>
                <p14:cNvContentPartPr/>
                <p14:nvPr/>
              </p14:nvContentPartPr>
              <p14:xfrm>
                <a:off x="4422769" y="1601392"/>
                <a:ext cx="2818800" cy="62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1AD4653-BACF-B5A8-3AA3-15CED9709C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87129" y="1565752"/>
                  <a:ext cx="289044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F646C6B-8D9B-4F94-9654-00016525E0F3}"/>
                    </a:ext>
                  </a:extLst>
                </p14:cNvPr>
                <p14:cNvContentPartPr/>
                <p14:nvPr/>
              </p14:nvContentPartPr>
              <p14:xfrm>
                <a:off x="4311169" y="1658992"/>
                <a:ext cx="252720" cy="575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F646C6B-8D9B-4F94-9654-00016525E0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5169" y="1622992"/>
                  <a:ext cx="324360" cy="64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6EA38A3-18CF-C657-53FF-A8E08DBA594A}"/>
                  </a:ext>
                </a:extLst>
              </p14:cNvPr>
              <p14:cNvContentPartPr/>
              <p14:nvPr/>
            </p14:nvContentPartPr>
            <p14:xfrm>
              <a:off x="4418089" y="3331192"/>
              <a:ext cx="4506480" cy="75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6EA38A3-18CF-C657-53FF-A8E08DBA59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82089" y="3295192"/>
                <a:ext cx="4578120" cy="14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760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1944-6E25-08A0-F3D2-F1B42485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6BC0E-EDB4-D0EF-682A-6EACFD1E5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249" y="1061239"/>
            <a:ext cx="4313442" cy="165828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5FA44CC-4F12-04FF-B4D4-158D272AA360}"/>
              </a:ext>
            </a:extLst>
          </p:cNvPr>
          <p:cNvGrpSpPr/>
          <p:nvPr/>
        </p:nvGrpSpPr>
        <p:grpSpPr>
          <a:xfrm>
            <a:off x="4235711" y="1286634"/>
            <a:ext cx="3495769" cy="754983"/>
            <a:chOff x="4311169" y="1601392"/>
            <a:chExt cx="2930400" cy="63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D0BA58-0EBE-EC25-1AF3-360B14469C16}"/>
                    </a:ext>
                  </a:extLst>
                </p14:cNvPr>
                <p14:cNvContentPartPr/>
                <p14:nvPr/>
              </p14:nvContentPartPr>
              <p14:xfrm>
                <a:off x="4422769" y="1601392"/>
                <a:ext cx="2818800" cy="62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D0BA58-0EBE-EC25-1AF3-360B14469C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92891" y="1571520"/>
                  <a:ext cx="2878858" cy="684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F1E36B-A7B9-B2BC-898B-984C394EC371}"/>
                    </a:ext>
                  </a:extLst>
                </p14:cNvPr>
                <p14:cNvContentPartPr/>
                <p14:nvPr/>
              </p14:nvContentPartPr>
              <p14:xfrm>
                <a:off x="4311169" y="1658992"/>
                <a:ext cx="252720" cy="575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F1E36B-A7B9-B2BC-898B-984C394EC3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81011" y="1628809"/>
                  <a:ext cx="312733" cy="635343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1BAB611F-7880-2E09-3FA3-B37A6CDA01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58AAF7BB-E540-92A3-FF3D-B05C2A39B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408C6B-7C17-247C-BD91-C2FDD67BAD44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2E0995-CC1E-5D4C-42DC-C84A5E71E123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CBB2E0-5441-9F13-21F2-41F5A7513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1938" y="117745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Sesudah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Edit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50132-9D80-DEF8-DA8F-7ABE04A93865}"/>
              </a:ext>
            </a:extLst>
          </p:cNvPr>
          <p:cNvSpPr txBox="1"/>
          <p:nvPr/>
        </p:nvSpPr>
        <p:spPr>
          <a:xfrm>
            <a:off x="3770888" y="4410721"/>
            <a:ext cx="74689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JavaScript: {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jurusan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Informatika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Unsyiah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'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properti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jurusan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mengakses</a:t>
            </a:r>
            <a:r>
              <a:rPr lang="en-US" altLang="en-US" dirty="0" err="1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nya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sintaks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dataJson.jurusan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console.log(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dataJson.jurusan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 "\n")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mencetak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hanya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nilai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properti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jurusan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dataJson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yaitu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Informatika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Unsyiah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F0B957-7A7C-0DFD-B545-41F77775FF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6249" y="2778330"/>
            <a:ext cx="4313442" cy="12732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8603A4-EF01-688F-D5C3-CEB4BEB91B96}"/>
                  </a:ext>
                </a:extLst>
              </p14:cNvPr>
              <p14:cNvContentPartPr/>
              <p14:nvPr/>
            </p14:nvContentPartPr>
            <p14:xfrm>
              <a:off x="4754290" y="3068812"/>
              <a:ext cx="2038680" cy="4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8603A4-EF01-688F-D5C3-CEB4BEB91B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18650" y="3032812"/>
                <a:ext cx="2110320" cy="12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359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E1DD-F9A2-0DFE-5891-C95EDFAB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86E9930D-953E-D4CE-DA74-179390D86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6824358B-B3B7-9970-AA8E-1E150F278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2A77F8-9931-3987-23AF-ADB1EE96E30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47E0F7-E373-DA08-3232-28BD155D5602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7F7AF-A3F3-3BBA-D90B-99D5A7C4A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– Write to a file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DA193E6-0682-272E-C198-0BF7E99CCF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28218" y="1542978"/>
            <a:ext cx="837576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Mempelajari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contoh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bagaimana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Node.js.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juga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 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yang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telah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disediakan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oleh NodeJS,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modulnya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terlebih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dahulu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bjek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sederhana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properti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jurusan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nilai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informatika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USK’ . (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disimpan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ID" sz="1800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sebagai</a:t>
            </a:r>
            <a:r>
              <a:rPr lang="en-ID" sz="1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 JSON)</a:t>
            </a:r>
          </a:p>
          <a:p>
            <a:pPr algn="just">
              <a:lnSpc>
                <a:spcPct val="100000"/>
              </a:lnSpc>
            </a:pPr>
            <a:endParaRPr lang="en-ID" sz="1800" b="0" i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5ADFF9-247E-C3F9-1F89-588B5252D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866" y="2895526"/>
            <a:ext cx="3534268" cy="533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33B49-5270-C227-E0B8-5ED582A9E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876" y="4837344"/>
            <a:ext cx="2826248" cy="8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40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14248-C258-2476-1211-90591C20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B97CB30A-28A2-FC35-EC2C-5C2E92B8A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636C0042-6BC4-DD16-A5D0-ACF41287C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45CBEF-C838-7525-A4D3-095CD746FE6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FC36CF-B2D4-4293-FF54-BAE3CADAF9C1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14FA0-6774-5531-08EC-23A0074BE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– Write to a file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453604F-FC83-8FC9-02FB-5FD1D6D3B2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15179" y="1077917"/>
            <a:ext cx="86913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endParaRPr lang="en-ID" sz="1800" b="0" i="0" dirty="0">
              <a:solidFill>
                <a:srgbClr val="40404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fs.writeFile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selanjutnya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isi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parameter </a:t>
            </a:r>
            <a:r>
              <a:rPr lang="en-US" alt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3AA58D-69D5-040D-E9DA-ECABA9BD5F17}"/>
              </a:ext>
            </a:extLst>
          </p:cNvPr>
          <p:cNvSpPr txBox="1"/>
          <p:nvPr/>
        </p:nvSpPr>
        <p:spPr>
          <a:xfrm>
            <a:off x="3301548" y="3164681"/>
            <a:ext cx="83186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Pertama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('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’): 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adalah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data.json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Kedua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JSON.stringify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(data)): Data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ditulis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file. Karena 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fs.writeFile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hanya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menerima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buffer,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maka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perlu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mengonversi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JavaScript (data)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 JSON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JSON.stringify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Ketiga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(function(err) {...}): Callback function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dipanggil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setelah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proses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penulisan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Callback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menerima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satu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parameter,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yaitu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 dan null. err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memberikan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error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jika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terjadi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kesalahan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selama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proses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penulisan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Jika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error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maka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 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bernilai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null,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'write finished’ 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dicetak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A9858-239B-6505-6D3F-733CFF0F2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363" y="2263888"/>
            <a:ext cx="6428979" cy="77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3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5F7D-7D5B-7747-42F7-3D922AE4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832F380E-AFAF-8626-AE04-529B77CBE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924782C4-82BE-0815-D07C-6F5815B7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2F2B75-CD50-FA99-51D5-1AEDCB0666F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7DE412-4C7F-A9A3-BB9F-B424867C75B4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5DF21-D2AB-9789-3EE4-9D3089959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566407"/>
            <a:ext cx="6422380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– Directory Creation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8BCEF4-5F34-0F6E-26C4-5B9D090F9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095" y="1908143"/>
            <a:ext cx="82128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Node.js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menyediakan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fs (file system)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memungkinkan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berinteraksi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termasuk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Ada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beberapa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di Node.js,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membahas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dua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dan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fs.mkdirSync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304BAA-3E01-8F4C-804D-C976DBC70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095" y="3344435"/>
            <a:ext cx="82128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Perbedaan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Antara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dan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fs.mkdirSync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Asynchronous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I/O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waktu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karena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memblokir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Synchronous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fs.mkdirSync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sederhana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memastikan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sudah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sebelum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melanjutkan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930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55D8-43D2-4D1F-5AAD-C69CDAF5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465D6895-CF17-037F-968C-0A8466837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B551F516-C693-DE81-6F50-B1CFD76E2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46B7CF-9759-0DC9-4802-B38B9C1725C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2F12A0-EDDA-604C-C0AA-43E8390CC416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2DF5B-31F0-95A6-35EC-091D8FF27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566407"/>
            <a:ext cx="6422380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– Directory Creation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305B14-21A9-770B-BD85-119161DDE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095" y="1908144"/>
            <a:ext cx="82128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 file system </a:t>
            </a:r>
            <a:r>
              <a:rPr lang="en-ID" dirty="0" err="1"/>
              <a:t>dalam</a:t>
            </a:r>
            <a:r>
              <a:rPr lang="en-ID" dirty="0"/>
              <a:t> Node.js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dilihat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link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D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D" dirty="0">
                <a:hlinkClick r:id="rId6"/>
              </a:rPr>
              <a:t>https://nodejs.org/dist/latest-v18.x/docs/api/fs.html</a:t>
            </a:r>
            <a:endParaRPr lang="en-ID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D" dirty="0"/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77C3053-DF30-DAB1-D35F-96E5DF03F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095" y="3344435"/>
            <a:ext cx="82128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Perbedaan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Antara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dan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fs.mkdirSync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Asynchronous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I/O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waktu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karena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memblokir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Synchronous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fs.mkdirSync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sederhana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memastikan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sudah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sebelum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melanjutkan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eksekusi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492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248D-3219-A19B-CFFF-D9A93BEA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001F54F1-3B0A-D97D-FAF0-BE6BD3DE6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2793955F-7B17-E904-8EAA-D3A551BB8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5E2E42-1ED0-59C8-B744-A8D916EFF1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359591-EA32-C095-7205-1B0E34215CB3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EE4A-22D8-03BF-E0F0-E7F8D507A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768707"/>
            <a:ext cx="6422380" cy="651287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fs yang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2749712-7739-F98C-9404-0763EEDD9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662" y="1605177"/>
            <a:ext cx="793828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fs.readFile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path, encoding, callback)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fs.readFileSync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path, encoding)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fs.writeFile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(path, data, callback)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enulis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fs.writeFileSync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(path, data)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enulis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Konten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fs.appendFile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(path, data, callback)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fs.appendFileSync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(path, data)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Menghapus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fs.unlink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path, callback)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enghapus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fs.unlinkSync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(path)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enghapus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16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DF541-90B6-A5F1-7674-79E71AE6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39E2078E-95AF-6F47-FE39-1269B5313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84E0CC6D-B5E5-7055-BED9-79BE4B059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B75AD9-FED4-BA08-1B33-319EA3ECB6A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AA42E-9D20-9628-E1DE-80B2D3D2569C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74777-0F81-33A5-2072-849C2B442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768707"/>
            <a:ext cx="6422380" cy="651287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fs yang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377F58F-BC57-178E-85F5-A60746D96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492" y="2047714"/>
            <a:ext cx="793828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fs.readdir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(path, callback):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daftar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fs.readdirSync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daftar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Mengecek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Keberadaan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fs.existsSync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mengecek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apakah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(path, callback):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fs.mkdirSync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17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B4659-2827-2A56-415E-288FD8C7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2D0EEC98-34DB-C7D3-3FFF-47D2D8519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B646B132-A55F-6E13-7912-6F08C2C61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33E52B-01FE-51B1-A773-37E39E6BCEF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5AB686-3EEB-61DD-858B-67091ECC5BD7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DAE2C-ED3D-D6E4-1D80-75E044317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768707"/>
            <a:ext cx="6422380" cy="651287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fs yang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BC2F4B-FD56-F3E6-831F-45AF4C971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965" y="2120119"/>
            <a:ext cx="79382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Menghapus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fs.rmdir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(path, callback):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menghapus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fs.rmdirSync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(path):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menghapus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Mengecek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fs.stat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(path, callback):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mendapatkan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-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fs.statSync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(path):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mendapatkan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direktori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sinkron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341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023E-16AA-A6BD-D49E-1B1488E0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3CA70D8B-F809-C199-3F9C-45AA4498A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8B8BCA58-19B0-48FB-607C-161B31090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DF8171-27B4-5F25-F7F3-1EDB5006965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E00ACE-89C8-EF5A-3037-6585E9E2C840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D1568-2D8B-72EF-D709-BBD38C671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768707"/>
            <a:ext cx="6422380" cy="65128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8998C3-7FA1-0F60-2102-7A05DF690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007" y="2076780"/>
            <a:ext cx="79382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Synchronous 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ungsi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synchronous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mengeksekusi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berurutan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Artinya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program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menunggu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dieksekusi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sebelum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melanjutkan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baris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kode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berikutnya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Oleh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karena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itu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diperlukan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callback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menangani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hasil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error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karena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semuanya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terjadi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urutan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langsung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D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Asynchronous 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ungsi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bekerja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menghalangi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proses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utama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dijalankan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namun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menunggu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hingga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asinkron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menerima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callback yang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dipanggil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setelah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operasi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selesai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seperti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membaca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file, dan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menulis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lang="en-ID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714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42C3-95D5-710C-424B-6C932267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A1B3AC80-A3B4-018A-E40B-15BA4F696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A90F6553-7F9C-1B01-8D27-F358708B7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1E88A9-CD4F-386A-A016-79BBB9E9104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67BDB7-D479-32C6-62D5-8307D36289BC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D2FDA-31D9-4ED6-F014-0C08C361C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23" y="566407"/>
            <a:ext cx="6422380" cy="651287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A760F1-F0AE-4B5C-9885-AA09A0825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029" y="2439349"/>
            <a:ext cx="7935466" cy="2115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Buatlah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manajemen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menggunakan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minimal 5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fungsi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system di NodeJS.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tautan</a:t>
            </a:r>
            <a:r>
              <a:rPr lang="en-ID" dirty="0"/>
              <a:t> </a:t>
            </a:r>
            <a:r>
              <a:rPr lang="en-ID" dirty="0" err="1"/>
              <a:t>dokumentasi</a:t>
            </a:r>
            <a:r>
              <a:rPr lang="en-ID" dirty="0"/>
              <a:t> </a:t>
            </a:r>
            <a:r>
              <a:rPr lang="en-ID" dirty="0" err="1"/>
              <a:t>resmi</a:t>
            </a:r>
            <a:r>
              <a:rPr lang="en-ID" dirty="0"/>
              <a:t> Node.js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 file system: </a:t>
            </a:r>
            <a:r>
              <a:rPr lang="en-ID" dirty="0">
                <a:hlinkClick r:id="rId6"/>
              </a:rPr>
              <a:t>https://nodejs.org/dist/latest-v18.x/docs/api/fs.html</a:t>
            </a:r>
            <a:endParaRPr lang="en-US" alt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64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F3C1-DB5F-56A9-B76B-1E3CDD64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3192529F-03A9-8634-A510-C172068620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241B6DF3-CF86-1B92-F379-FA4C0D2E5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381D4B-65A1-4211-686A-D061D4D07F4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5FB413-334F-8DE1-F75F-775AD0D3FB34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EB890-934C-C4A5-8327-BE43579E2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6109" y="1954206"/>
            <a:ext cx="5661729" cy="1894556"/>
          </a:xfrm>
        </p:spPr>
        <p:txBody>
          <a:bodyPr>
            <a:no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Lanjut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35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8329-A172-6CA7-56A1-16C8347A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A234BDC-198D-EDE3-F875-08ACD37D3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DD3DAE97-679B-191C-3608-A61FD01AB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5CBF13-C32B-C607-25EF-3D5570B090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96559A-92FA-0262-A878-C2BFD08B6129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D578B4E-4260-964D-72F4-01FFE0F0C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5425" y="2594405"/>
            <a:ext cx="6967241" cy="3345148"/>
          </a:xfrm>
        </p:spPr>
        <p:txBody>
          <a:bodyPr>
            <a:noAutofit/>
          </a:bodyPr>
          <a:lstStyle/>
          <a:p>
            <a:pPr algn="just" rtl="0" fontAlgn="base">
              <a:lnSpc>
                <a:spcPct val="100000"/>
              </a:lnSpc>
            </a:pP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bertujuan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pemahaman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praktis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tentang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CD87C-51D9-2317-B931-256796AEA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Pembahasan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737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E766-EDF4-CF09-0746-4DE0DA3F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42FADDC-500D-4C5D-1882-B0698642DA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A8350D86-A245-26F6-F289-2B7C796A1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44DE6D-4A1F-83A5-5D20-2D22963081F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824B76-9A9E-03CF-BF4B-DF9BFF4F6735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6F7F1-ACDE-3B10-E0AC-A7848CF779ED}"/>
              </a:ext>
            </a:extLst>
          </p:cNvPr>
          <p:cNvSpPr txBox="1"/>
          <p:nvPr/>
        </p:nvSpPr>
        <p:spPr>
          <a:xfrm>
            <a:off x="3833900" y="2921168"/>
            <a:ext cx="71916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Pada 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bagian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 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ini</a:t>
            </a:r>
            <a:r>
              <a:rPr lang="en-ID" sz="2000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akan</a:t>
            </a:r>
            <a:r>
              <a:rPr lang="en-ID" sz="2000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mempelajari</a:t>
            </a:r>
            <a:r>
              <a:rPr lang="en-ID" sz="2000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bagaimana</a:t>
            </a:r>
            <a:r>
              <a:rPr lang="en-ID" sz="2000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menggunakan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Express.js 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untuk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menyajikan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file statis (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seperti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HTML, CSS, JavaScript, 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dll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) </a:t>
            </a:r>
            <a:r>
              <a:rPr lang="en-ID" sz="200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kepada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client </a:t>
            </a:r>
            <a:r>
              <a:rPr lang="en-ID" sz="200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(browser). </a:t>
            </a:r>
            <a:endParaRPr lang="en-ID" sz="20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716967-B08C-29B4-ED95-7BC2E36EF639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89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8B32-64C0-0138-497C-45BC75BE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BB85702-C522-74FD-2FB8-4F20C32C7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3E13C619-1760-0D82-03D9-8754EEF8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60EC0A-CCA9-A212-79BB-B1022CBB3B3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AA06C0-5493-8085-DF38-E6E3AC31A96F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CF57D-D1A5-EE4A-2D62-AB85A21B1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 fontScale="90000"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DEFE1-1FB3-9B9D-E14B-0D6D776B96B5}"/>
              </a:ext>
            </a:extLst>
          </p:cNvPr>
          <p:cNvSpPr txBox="1"/>
          <p:nvPr/>
        </p:nvSpPr>
        <p:spPr>
          <a:xfrm>
            <a:off x="3377294" y="1648180"/>
            <a:ext cx="816194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dan </a:t>
            </a:r>
            <a:r>
              <a:rPr lang="en-ID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Menginstal</a:t>
            </a:r>
            <a:r>
              <a:rPr lang="en-ID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Express:</a:t>
            </a:r>
          </a:p>
          <a:p>
            <a:pPr algn="just"/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nama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NodeAppChat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direktori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bernama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dan file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server.js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dalamnya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default,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perintah berikut di terminal: </a:t>
            </a:r>
            <a:r>
              <a:rPr lang="it-I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 init –yes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Karena Express.js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termasuk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bawaan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menginstalnya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(Node Package Manager),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menginstallnya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npm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install -s express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menginstal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menyimpannya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792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0FDE-653A-34F2-E53A-971E35E4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091834F7-0420-DC4A-CCC2-29F36E360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B067D5AD-5BE6-C035-A2E6-EC100AE41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FD7983-CFC5-91DE-0217-C1BB293029E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5FAE6A-5C68-C9EF-ABA8-277A51B30B3F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C3174-DBB3-08CE-FC0A-7316C659F93F}"/>
              </a:ext>
            </a:extLst>
          </p:cNvPr>
          <p:cNvSpPr txBox="1"/>
          <p:nvPr/>
        </p:nvSpPr>
        <p:spPr>
          <a:xfrm>
            <a:off x="3830227" y="2551837"/>
            <a:ext cx="7417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eksternal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dibutuhkan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memerlukan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Express.js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dan response. Maka E</a:t>
            </a:r>
            <a:r>
              <a:rPr lang="en-ID" sz="2000" dirty="0"/>
              <a:t>xpress.js </a:t>
            </a:r>
            <a:r>
              <a:rPr lang="en-ID" sz="2000" dirty="0" err="1"/>
              <a:t>menjadi</a:t>
            </a:r>
            <a:r>
              <a:rPr lang="en-ID" sz="2000" dirty="0"/>
              <a:t>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dependensi</a:t>
            </a:r>
            <a:r>
              <a:rPr lang="en-ID" sz="2000" dirty="0"/>
              <a:t> </a:t>
            </a:r>
            <a:r>
              <a:rPr lang="en-ID" sz="2000" dirty="0" err="1"/>
              <a:t>utama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.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774F1B-532F-7077-7CB5-4391C876270D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446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0984-BBBE-F728-B22C-CAE8E3EE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5C199E93-BF6B-FAD5-1431-D5EEA369C0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DF558562-144E-A7E4-8437-3E8DDB5B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21C729-84AD-9868-A9C1-5AE88EE439E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CE2C02-0A58-5A32-FCFA-3D9D58268CEA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40ABD-A235-7B17-3BFC-CA2AFEE268D4}"/>
              </a:ext>
            </a:extLst>
          </p:cNvPr>
          <p:cNvSpPr txBox="1"/>
          <p:nvPr/>
        </p:nvSpPr>
        <p:spPr>
          <a:xfrm>
            <a:off x="3935425" y="2165702"/>
            <a:ext cx="67204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Menghemat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menulis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Mempermudah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pemeliharaan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Bisa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teruji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Memastikan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dibutuhkan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Jadi,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kompleks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70D08A-7339-AEDC-C624-DDB695BF5ECE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93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2F9B-E14A-07CC-8AE4-36F55BD8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82324880-D6DE-59C7-917A-3FD537FD6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07C89924-8E59-02B9-2600-0752A0EB0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E0C4D6-EA26-3E57-35B5-20BB99ADB97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D827A7-5416-23D2-E26A-CB9CFCD1A7C9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EFB84-E82C-ADF3-CCD8-4939D5B25E58}"/>
              </a:ext>
            </a:extLst>
          </p:cNvPr>
          <p:cNvSpPr txBox="1"/>
          <p:nvPr/>
        </p:nvSpPr>
        <p:spPr>
          <a:xfrm>
            <a:off x="3285366" y="1738745"/>
            <a:ext cx="8415717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Dasar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terinstal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menulis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 server.js: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D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'express'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D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var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9CDC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b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err="1">
                <a:solidFill>
                  <a:srgbClr val="9CDC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ID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 err="1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D" dirty="0">
                <a:solidFill>
                  <a:srgbClr val="B5CEA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r>
              <a:rPr lang="en-ID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D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server,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D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nodemon</a:t>
            </a:r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server.js</a:t>
            </a:r>
            <a:endParaRPr lang="en-ID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nodemon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memantau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perubahan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 file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me-restart server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perubahan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D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755895-8AF2-FA46-F6F2-704DD15F5366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407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E81E3-1493-FF85-BA20-2BFCB519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4169DCF1-4F1B-7188-707D-8AE7292DC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41A31BB4-8048-3011-E7AA-E5CDAC38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596227-5349-7A00-5574-6D3F9D764DB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8038B9-5E07-7849-6CC4-63A68F9AC892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3BCF54-E146-C280-2490-99E24EDD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992" y="2099417"/>
            <a:ext cx="7420397" cy="319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server.js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1425"/>
              </a:lnSpc>
            </a:pPr>
            <a:r>
              <a:rPr lang="en-US" sz="2000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'express'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lnSpc>
                <a:spcPts val="1425"/>
              </a:lnSpc>
            </a:pPr>
            <a:r>
              <a:rPr lang="en-US" sz="2000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>
              <a:lnSpc>
                <a:spcPts val="1425"/>
              </a:lnSpc>
            </a:pPr>
            <a:b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app.use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express.static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(__</a:t>
            </a: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dirname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 </a:t>
            </a:r>
          </a:p>
          <a:p>
            <a:pPr algn="just">
              <a:lnSpc>
                <a:spcPts val="1425"/>
              </a:lnSpc>
            </a:pPr>
            <a:r>
              <a:rPr lang="en-US" sz="2000" dirty="0" err="1">
                <a:solidFill>
                  <a:srgbClr val="9CDC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sz="200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lnSpc>
                <a:spcPts val="1425"/>
              </a:lnSpc>
            </a:pPr>
            <a:br>
              <a:rPr lang="en-US" sz="200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menjadikan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folder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direktori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statis,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di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dalamnya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diakses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27C6E70-12AF-EEEF-D922-833F2AB483CB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19F4E-2D75-2F2A-ABF2-3C26351D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D5C8F591-0ABE-D6F8-2359-CE3F8EC9C9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56E14B4F-F27A-5DFD-1B7F-78AAD2321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8F8A52-B37F-8EFE-00BB-D78BD787439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F5C207-D87D-03B1-34FF-48C49108FADF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FB3A0-9958-911F-854D-8B13531A76D7}"/>
              </a:ext>
            </a:extLst>
          </p:cNvPr>
          <p:cNvSpPr txBox="1"/>
          <p:nvPr/>
        </p:nvSpPr>
        <p:spPr>
          <a:xfrm>
            <a:off x="3764968" y="2441547"/>
            <a:ext cx="7260579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 server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mengedit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server.js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D" dirty="0"/>
          </a:p>
          <a:p>
            <a:endParaRPr lang="en-ID" dirty="0"/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app.listen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(3000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"port server 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adalah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en-ID" dirty="0"/>
          </a:p>
          <a:p>
            <a:endParaRPr lang="en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4600AB-AD01-4C1E-29D8-644A501F193A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Serving with Express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52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55E0-F8D5-EBA1-EEF6-1E55723B2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512DFE4-5BA4-7A51-2604-B6A371F2C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4088EC1B-3C03-95D4-4B75-901559ED7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078033-F6B1-56B4-D984-9C0AAB4EB7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F4E5A3-C043-AF3D-E11E-D11635107604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BC592-AC7B-20EF-F04E-34BE46D78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006B7-15E4-9AE3-0720-204C4695B122}"/>
              </a:ext>
            </a:extLst>
          </p:cNvPr>
          <p:cNvSpPr txBox="1"/>
          <p:nvPr/>
        </p:nvSpPr>
        <p:spPr>
          <a:xfrm>
            <a:off x="3803257" y="2769703"/>
            <a:ext cx="74042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Dikarenakan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jalan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mempelajari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agar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antarmuka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interaktif</a:t>
            </a:r>
            <a:r>
              <a:rPr lang="en-ID" sz="2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responsive.</a:t>
            </a:r>
            <a:endParaRPr lang="en-I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85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FA61B-CFE7-4402-10AF-08911171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BD7F804-EE0A-A80D-F101-5AA1342A4B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D32CAAFD-87C8-35CB-F89C-CD3FFD6FF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A3E2AD-987D-E74B-976D-CB86F79A5B7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4EF754-86F2-E3EF-94E4-A257DAF9A9BA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6A977-E3A7-0DFA-9E6F-4E73BCA1A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425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6AFB1-125B-3006-B8DC-B3E0B5B04420}"/>
              </a:ext>
            </a:extLst>
          </p:cNvPr>
          <p:cNvSpPr txBox="1"/>
          <p:nvPr/>
        </p:nvSpPr>
        <p:spPr>
          <a:xfrm>
            <a:off x="3380446" y="1298713"/>
            <a:ext cx="7770379" cy="5688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embuat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 input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nama dan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mengirim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b="1" dirty="0"/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b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"jumbotron"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"display-4"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"nama"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"form-control"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"Nama"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pesanKirim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"form-control"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D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-success"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075012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1468-BA94-1C59-E2B0-64A484C3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EB2BE380-DF5D-EFA3-352C-96AA8DFB5F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2BBB87F3-80F5-A64D-41F7-68B4D161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3EA5E1-4B6F-882B-192C-EA4547280A5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C9ABDB-93EC-7F29-848B-F7DEB0871827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03066-903F-AED5-8DF4-EC01B6419969}"/>
              </a:ext>
            </a:extLst>
          </p:cNvPr>
          <p:cNvSpPr txBox="1"/>
          <p:nvPr/>
        </p:nvSpPr>
        <p:spPr>
          <a:xfrm>
            <a:off x="3590839" y="1639789"/>
            <a:ext cx="7212027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responsif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Bootstrap dan JavaScript Bundle berikut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"https://cdn.jsdelivr.net/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/bootstrap@5.0.0-beta2/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/bootstrap.min.css"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"https://cdn.jsdelivr.net/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/bootstrap@5.0.0-beta2/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/bootstrap.bundle.min.js"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berinteraksi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jQuery:</a:t>
            </a:r>
          </a:p>
          <a:p>
            <a:endParaRPr lang="en-ID" dirty="0"/>
          </a:p>
          <a:p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"https://code.jquery.com/jquery-3.5.1.min.js"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D" dirty="0"/>
          </a:p>
          <a:p>
            <a:pPr algn="just"/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(digunakan untuk menangani event klik tombol dan menampilkan pesan tanpa reload halaman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6F430B-E39A-84AF-101D-D037CF473189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456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9C6E-473E-A707-995E-E0CD5EEB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EAE31B88-E695-FCFF-4F5C-2D42B59C5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006AE189-05C3-0FB2-63AB-4209D33B5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ABF156-47A3-83AF-0F51-1D280EECA67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E0F3A4-5134-98C7-1486-B0137C6CAF4B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BE9205A-7C47-920F-F7F9-CAF072C5B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122" y="2536857"/>
            <a:ext cx="6675929" cy="237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efault di browser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'loaded'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37C4D0-EFB0-7D5F-35DC-1749D6079E81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23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2379-A3C2-A08C-BEAF-48CB6B05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E2A9B428-A4A9-D230-D203-17248178A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5622FEDF-BC67-5E57-9960-DEEE555FC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C89490-E6DF-CC8A-7815-78E70DF2FFE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0416BC-D8A3-2173-D5DD-05E5C4546CF6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D70C8FF-7F09-4EBD-B5CB-B2F966BC4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429" y="1641263"/>
            <a:ext cx="7443324" cy="3729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Default di Halaman Web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&lt;div id="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"&gt;,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modifikasikan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 Unicode MS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tambahPesan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nama: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Jurusan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Informatika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tambahPesan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`&lt;h4&gt;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&lt;/h4&gt; &lt;p&gt;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&lt;/p&gt;`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6AF5BB-ACB9-E576-CA73-AA61D7673E8D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615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A378-07EE-6B36-D002-74F12E18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758DA625-CBA7-3D62-35D5-14874B121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FAAF0C90-7D0F-F59D-DF9B-083443275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82D885-9888-F506-971F-B211E083104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5C7F0-0F31-AD2B-2F22-C3804E2D60C7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D6092-33DC-21B3-542F-41AA155585BC}"/>
              </a:ext>
            </a:extLst>
          </p:cNvPr>
          <p:cNvSpPr txBox="1"/>
          <p:nvPr/>
        </p:nvSpPr>
        <p:spPr>
          <a:xfrm>
            <a:off x="3744588" y="1890006"/>
            <a:ext cx="7600445" cy="3825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Kirim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dikirim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Tambahkan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id="kirim"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tombol:</a:t>
            </a:r>
          </a:p>
          <a:p>
            <a:endParaRPr lang="pt-BR" dirty="0"/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id="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-success"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dirty="0"/>
              <a:t>Lalu, </a:t>
            </a:r>
            <a:r>
              <a:rPr lang="en-ID" dirty="0" err="1"/>
              <a:t>modifikasikan</a:t>
            </a:r>
            <a:r>
              <a:rPr lang="en-ID" dirty="0"/>
              <a:t> code </a:t>
            </a:r>
            <a:r>
              <a:rPr lang="en-ID" dirty="0" err="1"/>
              <a:t>menjadi</a:t>
            </a:r>
            <a:r>
              <a:rPr lang="en-ID" dirty="0"/>
              <a:t>:</a:t>
            </a:r>
          </a:p>
          <a:p>
            <a:pPr>
              <a:lnSpc>
                <a:spcPts val="1425"/>
              </a:lnSpc>
            </a:pP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D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$("#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").click(function () {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tambahPesan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nama: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Jurusan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Informatika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lnSpc>
                <a:spcPts val="1425"/>
              </a:lnSpc>
            </a:pP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A09116-29FA-4A53-CDEB-823E93A3DD0A}"/>
              </a:ext>
            </a:extLst>
          </p:cNvPr>
          <p:cNvSpPr txBox="1">
            <a:spLocks/>
          </p:cNvSpPr>
          <p:nvPr/>
        </p:nvSpPr>
        <p:spPr>
          <a:xfrm>
            <a:off x="3935425" y="508106"/>
            <a:ext cx="5443244" cy="651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556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0E30-95AB-BC9D-61FB-4259FFEE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C483BAC6-1DDD-9D0E-867A-DD10DB5685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1BB31BA3-D892-CE6E-9479-E5C66EA39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C3FE16-C255-1342-84C1-E5E515E85AD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64B217-BB20-9646-AC16-9706F17056AB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A18BE-ED79-07AB-A83F-04739E2F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9959" y="2589121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02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5D62-86FA-DEAB-A548-71B0AA4B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03134958-2756-8966-ECE0-CEF7A0E664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FE45C828-FC57-9F25-57C4-D255A0776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6D2555-50F0-784D-9BDE-AC09F4E3707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3C7B67-FB32-BBFC-2C21-67EC2717F73F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9519B-C4AF-43A1-E571-7FFF6F601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9106" y="339535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7F0A7-C9AF-6812-F812-1809513F8775}"/>
              </a:ext>
            </a:extLst>
          </p:cNvPr>
          <p:cNvSpPr txBox="1"/>
          <p:nvPr/>
        </p:nvSpPr>
        <p:spPr>
          <a:xfrm>
            <a:off x="3837796" y="2835839"/>
            <a:ext cx="71877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"Get Message Service"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adalah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bagian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penting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dari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aplikasi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chat yang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bertanggung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jawab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untuk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mengambil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pesan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dari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server dan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menampilkannya</a:t>
            </a:r>
            <a:r>
              <a:rPr lang="en-ID" sz="20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di frontend.</a:t>
            </a:r>
            <a:endParaRPr lang="en-ID" sz="20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56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C0FE2-8DFB-EC5E-50A3-4FFC1E7A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BF285384-A0DC-0ED5-2F5B-1F0803933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F7819148-9DDC-193D-A01E-35607B082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BA53A4-DC6D-7454-1D89-B0A84EEC090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E359DD-BCC0-6197-C359-02C5DEF78CCD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62CD1-B2A8-C708-469F-2797DC0C3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9106" y="339535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DD702E-5A6E-6DA3-5E1B-9BAF0B3E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626" y="1861478"/>
            <a:ext cx="7509408" cy="348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Menambahkan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Endpoint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pesan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mengembalikan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daftar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permintaan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HTTP GET.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pPr>
              <a:lnSpc>
                <a:spcPts val="1425"/>
              </a:lnSpc>
            </a:pPr>
            <a:b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app.get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('/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', function 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res) {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res.send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Hallooo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');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Lalu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browser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http://localhost:3000/pesan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088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2ABEF-C9D0-DF74-FACE-09E2F4EC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E3B241AC-C454-A7A6-5CF5-9811B37949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48A35C55-9271-E900-56DF-3F8407848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CD6E6F-8339-1F33-B78A-B215FBB151A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7C39F5-B6AE-E88B-878E-524C325651DD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125F91-DEC8-7BC9-5F69-00397060C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404271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862FD-A141-5D8E-B51D-65D3E740C6E5}"/>
              </a:ext>
            </a:extLst>
          </p:cNvPr>
          <p:cNvSpPr txBox="1"/>
          <p:nvPr/>
        </p:nvSpPr>
        <p:spPr>
          <a:xfrm>
            <a:off x="3544312" y="1388262"/>
            <a:ext cx="7914011" cy="1199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Agar server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mengembalikan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daftar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format JSON.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D" altLang="en-US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modifikasi</a:t>
            </a:r>
            <a:r>
              <a:rPr kumimoji="0" lang="en-ID" altLang="en-US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server.js </a:t>
            </a:r>
            <a:r>
              <a:rPr lang="en-ID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mengirimkan</a:t>
            </a:r>
            <a:r>
              <a:rPr lang="en-ID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array </a:t>
            </a:r>
            <a:r>
              <a:rPr lang="en-ID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</a:t>
            </a:r>
            <a:r>
              <a:rPr lang="en-ID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D" kern="1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>
              <a:lnSpc>
                <a:spcPct val="107000"/>
              </a:lnSpc>
            </a:pPr>
            <a:endParaRPr lang="en-ID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46233-F56D-61E7-60FB-3FACC801EBD4}"/>
              </a:ext>
            </a:extLst>
          </p:cNvPr>
          <p:cNvSpPr txBox="1"/>
          <p:nvPr/>
        </p:nvSpPr>
        <p:spPr>
          <a:xfrm>
            <a:off x="4311031" y="2661320"/>
            <a:ext cx="5536975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pPr>
              <a:lnSpc>
                <a:spcPts val="1425"/>
              </a:lnSpc>
            </a:pPr>
            <a:b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var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 [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{ nama: 'John',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 'Halo John' },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{ nama: 'Doe',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 'Halo Doe' }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];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</a:pP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});   </a:t>
            </a:r>
          </a:p>
          <a:p>
            <a:pPr>
              <a:lnSpc>
                <a:spcPts val="1425"/>
              </a:lnSpc>
            </a:pPr>
            <a:endParaRPr lang="en-ID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8EB87-ADA9-BC2B-C5FC-D669CC15F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312" y="5262066"/>
            <a:ext cx="7914011" cy="961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6609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Endpoint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disini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menggunakan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app.get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()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menangani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permintaan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HTTP GET pada URL 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,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outputnya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bentuk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array </a:t>
            </a:r>
            <a:endParaRPr lang="en-ID" kern="100" dirty="0">
              <a:effectLst/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marL="46609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kode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ini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kini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mengembalikan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daftar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yang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disimpan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array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pesan</a:t>
            </a:r>
            <a:r>
              <a:rPr lang="en-US" altLang="en-US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8261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AD17-9678-E09B-50A7-905E5BB1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594617D0-EEC2-CC3D-AF01-EF5E50B77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712C3963-6770-FE52-E88F-8CD349B54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EEA7AD-38D7-AE34-EDCA-66587E2A2F1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68A7BD-82E1-33F2-23B0-1975B97B17DB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2C7293-F092-DEC2-BC3F-09633557D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404271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F7838F7-42CF-881C-5965-A9DB5CBAA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705" y="4354307"/>
            <a:ext cx="677303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$.get('http://localhost:3000/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', function (data) {...})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jQuery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permintaan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endpoint 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console.log(data)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yang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diterima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dicetak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berguna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debugging dan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memastikan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diterima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1BB79-5861-C77A-096D-A98CF54F957B}"/>
              </a:ext>
            </a:extLst>
          </p:cNvPr>
          <p:cNvSpPr txBox="1"/>
          <p:nvPr/>
        </p:nvSpPr>
        <p:spPr>
          <a:xfrm>
            <a:off x="3855855" y="2372457"/>
            <a:ext cx="6097348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fungsi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untuk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mengambil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data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dari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server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'http://localhost:3000/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        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E1A7488-33C5-243A-F79C-6B2E9152C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922" y="1538139"/>
            <a:ext cx="76469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engambil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 (index.html),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 index.html: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92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BAF8A-7405-71A2-F763-4B1B0D8F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BA7A17D1-DCF1-E681-4C7F-D9840526E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504E72BC-6AF5-946C-1C68-756A3F71C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107C1A-9F2B-1B56-5955-4185E16176E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44D2A6-92BA-6FB7-21DE-0375506FD3FE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4CE66D-BFFB-A78B-11CA-4D7A5493D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404271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6903E0-4B70-67CB-C647-947620B2D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717" y="1621423"/>
            <a:ext cx="776160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Memanggil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getPesan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ID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kali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terbaru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tambahPesan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nama: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Jurusan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Informatika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getPesan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D" b="0" dirty="0">
                <a:effectLst/>
                <a:latin typeface="Consolas" panose="020B0609020204030204" pitchFamily="49" charset="0"/>
              </a:rPr>
              <a:t>// </a:t>
            </a:r>
            <a:r>
              <a:rPr lang="en-ID" b="0" dirty="0" err="1">
                <a:effectLst/>
                <a:latin typeface="Consolas" panose="020B0609020204030204" pitchFamily="49" charset="0"/>
              </a:rPr>
              <a:t>Panggil</a:t>
            </a:r>
            <a:r>
              <a:rPr lang="en-ID" b="0" dirty="0"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effectLst/>
                <a:latin typeface="Consolas" panose="020B0609020204030204" pitchFamily="49" charset="0"/>
              </a:rPr>
              <a:t>fungsi</a:t>
            </a:r>
            <a:r>
              <a:rPr lang="en-ID" b="0" dirty="0"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effectLst/>
                <a:latin typeface="Consolas" panose="020B0609020204030204" pitchFamily="49" charset="0"/>
              </a:rPr>
              <a:t>getPesan</a:t>
            </a:r>
            <a:r>
              <a:rPr lang="en-ID" b="0" dirty="0"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338A96F-8E6C-8A0B-40FA-B751093D3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717" y="4225800"/>
            <a:ext cx="72909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kali,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getPesan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dipanggil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ditekan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dikirim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terbaru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diambil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server. </a:t>
            </a:r>
          </a:p>
        </p:txBody>
      </p:sp>
    </p:spTree>
    <p:extLst>
      <p:ext uri="{BB962C8B-B14F-4D97-AF65-F5344CB8AC3E}">
        <p14:creationId xmlns:p14="http://schemas.microsoft.com/office/powerpoint/2010/main" val="2320160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E103-F93E-99DE-9213-5EAA388D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C8648FB-8791-FEDC-6E36-F642AD168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8E96633B-8844-C7DA-7D67-AAD92DF9B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E47947-2C3A-D424-6161-C6D3DFB80D2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C18CCC-910F-A4A9-5D7A-A85CED1C7AD5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32BF85-5426-19D4-FE28-88F6907FE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404271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88A850-105A-6C67-9AC7-FFD1994E0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555" y="1684096"/>
            <a:ext cx="7334085" cy="3467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Halaman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getPesan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agar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tampil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'http://localhost:3000/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data.forEach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tambahPesan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         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D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50FE571-D6D3-64E7-20F7-71BCDB33E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555" y="4900170"/>
            <a:ext cx="73340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di-loop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tambahPesan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164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656A-15B1-D96D-14AF-21FB52ED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A19AB83D-C71D-5D44-38A5-2F4801E8CE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9B94A1DA-E221-E51B-9C0A-562F648E8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0C87A5-5882-DEC8-74D6-4C423640B4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BDBEEB-723B-746B-2966-D707B86F08BA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D0080-B3FD-8C95-5CA6-6FBC9DA5858A}"/>
              </a:ext>
            </a:extLst>
          </p:cNvPr>
          <p:cNvSpPr txBox="1"/>
          <p:nvPr/>
        </p:nvSpPr>
        <p:spPr>
          <a:xfrm>
            <a:off x="3564691" y="2640383"/>
            <a:ext cx="7460856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Bagian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menerima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klien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menyimpannya</a:t>
            </a:r>
            <a:r>
              <a:rPr lang="en-ID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server. 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28A71-F218-F637-E72C-8944AB552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765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E6CFC-C85A-287A-0832-087C7C69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710BC22-42F6-5F06-329C-0FB6664EEF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1403A790-E4E4-59C4-D1E1-728204F8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C9EE8E-3BFD-2FDF-3C50-92E221FADAA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C1944-08E0-62BF-08C1-55C736271066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91C38-5B85-9677-F97B-8748E870C0DB}"/>
              </a:ext>
            </a:extLst>
          </p:cNvPr>
          <p:cNvSpPr txBox="1"/>
          <p:nvPr/>
        </p:nvSpPr>
        <p:spPr>
          <a:xfrm>
            <a:off x="3483770" y="1636530"/>
            <a:ext cx="7541777" cy="511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Endpoint POST di Server</a:t>
            </a:r>
          </a:p>
          <a:p>
            <a:pPr algn="just"/>
            <a:endParaRPr lang="en-ID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POST di server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bertujuan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menerima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memproses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menyimpannya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server,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mengembalikan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client. Hal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dan backend</a:t>
            </a:r>
            <a:r>
              <a:rPr lang="en-ID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D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server.js:</a:t>
            </a:r>
          </a:p>
          <a:p>
            <a:pPr algn="l"/>
            <a:endParaRPr lang="en-ID" b="0" i="0" dirty="0">
              <a:solidFill>
                <a:srgbClr val="404040"/>
              </a:solidFill>
              <a:effectLst/>
              <a:latin typeface="Inter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lnSpc>
                <a:spcPts val="1425"/>
              </a:lnSpc>
            </a:pPr>
            <a:b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menggunakan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end point POST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app.post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('/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', function 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res) { 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console.log(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req.body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res.sendStatus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(200);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}); </a:t>
            </a:r>
          </a:p>
          <a:p>
            <a:pPr>
              <a:lnSpc>
                <a:spcPts val="1425"/>
              </a:lnSpc>
            </a:pPr>
            <a:b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ID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/>
            <a:endParaRPr lang="en-ID" b="0" i="0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3E168-253D-965A-CCFE-96E8E3F79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90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D707-7792-CD2F-E6F0-CB9100BA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794D2B61-0B1E-DCC0-2B3E-F32042705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D0B7C79B-4798-2640-9995-87210371E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BDD94-C9E2-2052-C59B-7388A95F9DF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0A45EC-B640-C026-0080-99E82F5D2EA0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1AAAD-903F-2997-A8EB-894F0B0067D9}"/>
              </a:ext>
            </a:extLst>
          </p:cNvPr>
          <p:cNvSpPr txBox="1"/>
          <p:nvPr/>
        </p:nvSpPr>
        <p:spPr>
          <a:xfrm>
            <a:off x="3849784" y="1845216"/>
            <a:ext cx="73334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Cara </a:t>
            </a:r>
            <a:r>
              <a:rPr lang="en-ID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cek</a:t>
            </a:r>
            <a:r>
              <a:rPr lang="en-ID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Postman:</a:t>
            </a:r>
          </a:p>
          <a:p>
            <a:pPr algn="just"/>
            <a:endParaRPr lang="en-ID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Buka Postman dan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permintaan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http://localhost:3000/pesan </a:t>
            </a:r>
          </a:p>
          <a:p>
            <a:pPr algn="just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"Body",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"raw" → "JSON"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masukkan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ID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{"nama": "John", "</a:t>
            </a:r>
            <a:r>
              <a:rPr lang="en-ID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ID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Helloooo</a:t>
            </a:r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Postman"}</a:t>
            </a:r>
          </a:p>
          <a:p>
            <a:pPr algn="just"/>
            <a:endParaRPr lang="en-ID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"Send",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server. Jika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muncul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undefined.</a:t>
            </a:r>
          </a:p>
          <a:p>
            <a:pPr algn="just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Undefined?)</a:t>
            </a:r>
          </a:p>
          <a:p>
            <a:pPr algn="just"/>
            <a:endParaRPr lang="en-ID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D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E1399-96A9-FF22-33B8-062D92066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766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C71BF-ABCA-B0C5-0FC6-82F33821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74A7307D-B35D-5013-C974-CED1730FB1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2ED81E37-F274-7525-4BDD-D78439326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30985D-3856-9685-9F54-78214A929D2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B859F9-0609-AC6A-D132-03FB50A2C0AF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3F2C5C-56E6-3E8E-B2FB-6F3AD98A8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642" y="1250638"/>
            <a:ext cx="8298232" cy="582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Karena Express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dukungan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bawaan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memproses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body-parser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format JSON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middleware body-parser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body-parser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engurai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 JSON, install di terminal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-s body-parser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Karena Express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membaca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body request,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middleware body-parser,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server.js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lnSpc>
                <a:spcPts val="1425"/>
              </a:lnSpc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just">
              <a:lnSpc>
                <a:spcPts val="1425"/>
              </a:lnSpc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just">
              <a:lnSpc>
                <a:spcPts val="1425"/>
              </a:lnSpc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var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bodyParser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 require('body-parser’);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algn="just">
              <a:lnSpc>
                <a:spcPts val="1425"/>
              </a:lnSpc>
            </a:pP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pPr algn="just">
              <a:lnSpc>
                <a:spcPts val="1425"/>
              </a:lnSpc>
            </a:pP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ts val="1425"/>
              </a:lnSpc>
            </a:pP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Gunakan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body-parser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untuk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mengurai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body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dari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request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ts val="1425"/>
              </a:lnSpc>
            </a:pP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app.use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bodyParser.json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just">
              <a:lnSpc>
                <a:spcPts val="1425"/>
              </a:lnSpc>
            </a:pP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app.use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bodyParser.urlencoded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({ extended: false }));</a:t>
            </a:r>
          </a:p>
          <a:p>
            <a:pPr algn="just">
              <a:lnSpc>
                <a:spcPts val="1425"/>
              </a:lnSpc>
            </a:pPr>
            <a:endParaRPr lang="en-ID" dirty="0"/>
          </a:p>
          <a:p>
            <a:pPr algn="just">
              <a:lnSpc>
                <a:spcPts val="1425"/>
              </a:lnSpc>
            </a:pPr>
            <a:endParaRPr lang="en-ID" dirty="0"/>
          </a:p>
          <a:p>
            <a:pPr algn="just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Cek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Restart server (Ctrl + C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 server.js)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 request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lagi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Cek terminal,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apakah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outputnya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1176657-F45F-9FE7-78E0-04998738F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327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266B0-37A6-5B42-1E49-B68115864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3C49147-28A0-8C0D-7C92-A8988710B7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6E87B821-307E-1690-1BCE-EC50522B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ABE42D-5D48-EB34-4CB0-CD69EEE579E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532779-98E1-8C39-8126-AD60A20FD1D1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B46AA-E44D-CA46-A358-37A36869ADE0}"/>
              </a:ext>
            </a:extLst>
          </p:cNvPr>
          <p:cNvSpPr txBox="1"/>
          <p:nvPr/>
        </p:nvSpPr>
        <p:spPr>
          <a:xfrm>
            <a:off x="3657599" y="2252379"/>
            <a:ext cx="7509409" cy="388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</a:t>
            </a:r>
          </a:p>
          <a:p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dikirim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terminal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server.js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D" dirty="0"/>
          </a:p>
          <a:p>
            <a:pPr>
              <a:lnSpc>
                <a:spcPts val="1425"/>
              </a:lnSpc>
            </a:pP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pesan.push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req.body</a:t>
            </a:r>
            <a:r>
              <a:rPr lang="en-ID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Menyimpan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ke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dalam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array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D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D" dirty="0"/>
          </a:p>
          <a:p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A0CDC-1D56-3808-41FB-B88681F5C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3921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E70D-DE00-696A-D92D-C0CDCC45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6448D6B1-FA3E-61A5-37BE-F880C1290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5A127C8F-7ECB-9D29-E6B9-99B286CF4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5E5F6E-C8C8-6944-BEAF-02FE6E28972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1301B8-23C4-2A90-360F-FD5B63F436F1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2DBB4-FEEC-F1BF-CF37-77449954C183}"/>
              </a:ext>
            </a:extLst>
          </p:cNvPr>
          <p:cNvSpPr txBox="1"/>
          <p:nvPr/>
        </p:nvSpPr>
        <p:spPr>
          <a:xfrm>
            <a:off x="3584771" y="2663103"/>
            <a:ext cx="76874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fokusnya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 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mengirim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 (backend)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HTTP POST.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Sebelumnya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Postman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mengirim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sekarang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mengintegrasikan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(browser)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mengirim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browser.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C8CB3-DD2A-184C-CBAE-B681A00A9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53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3A45-D9DD-848E-821F-C0DFB147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FC063F6A-793E-DC51-31C1-606B225123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36E4D474-4CBC-B500-2C86-863640169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567B3F-8A8E-C00F-A9FD-6BD06C0EEB5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05C8F9-D4D1-ACF7-2159-C73DB529C814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3BE9F-C1A8-EA2F-6D90-1E9D30BC4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E2FE7B6-2BCB-946C-3E7F-B5F75103F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208" y="1893827"/>
            <a:ext cx="807585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postPesan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di Frontend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Tujuannya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Mengirim</a:t>
            </a:r>
            <a:r>
              <a:rPr lang="en-ID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server,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ID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0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file index.html: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D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Fungsi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untuk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mengirim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ke</a:t>
            </a:r>
            <a:r>
              <a:rPr lang="en-ID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server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D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postPesan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D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'http://localhost:3000/</a:t>
            </a:r>
            <a:r>
              <a:rPr lang="en-ID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D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tambahPesan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           });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D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Fungsi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ini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metode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$.post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dari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jQuery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mengirim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data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pesan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ke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endpoint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pesan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di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029325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80C4-04FC-8D5B-4CD2-F9804058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336614A1-7164-15E7-5DAC-F6868FC40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17000735-F97D-297A-3D2A-E927F8C1B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C0C421-CBCB-EC89-6A05-5FD4B9B46C6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28B2AA-B4E1-9311-B568-EFF657C886E9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87B91-FA27-B884-78F9-C49C39CE2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081" y="508106"/>
            <a:ext cx="5443244" cy="651287"/>
          </a:xfrm>
        </p:spPr>
        <p:txBody>
          <a:bodyPr>
            <a:norm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Message Service</a:t>
            </a:r>
            <a:endParaRPr lang="en-ID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71C65E-F019-12F5-7D58-7BEE764F4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401" y="2061896"/>
            <a:ext cx="7757565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Form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Kirim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tombol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agar data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dikirim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 Edit index.html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D" sz="2000" dirty="0"/>
          </a:p>
          <a:p>
            <a:pPr>
              <a:lnSpc>
                <a:spcPts val="1425"/>
              </a:lnSpc>
            </a:pP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kirim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nama: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"#nama"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D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pesanKirim</a:t>
            </a:r>
            <a:r>
              <a:rPr lang="en-ID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()}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postPesan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pesan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getPesan</a:t>
            </a: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D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 </a:t>
            </a:r>
            <a:endParaRPr lang="en-ID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D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789883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51C0-D1E5-670C-2055-EB9359CE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430+ Software Development Background Stock Illustrations, Royalty-Free  Vector Graphics &amp; Clip Art - iStock">
            <a:extLst>
              <a:ext uri="{FF2B5EF4-FFF2-40B4-BE49-F238E27FC236}">
                <a16:creationId xmlns:a16="http://schemas.microsoft.com/office/drawing/2014/main" id="{DB244B0E-684B-B17B-4764-BA105E9B6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r="22470"/>
          <a:stretch/>
        </p:blipFill>
        <p:spPr bwMode="auto">
          <a:xfrm flipH="1">
            <a:off x="0" y="0"/>
            <a:ext cx="2727016" cy="68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randa - Universitas Syiah Kuala">
            <a:extLst>
              <a:ext uri="{FF2B5EF4-FFF2-40B4-BE49-F238E27FC236}">
                <a16:creationId xmlns:a16="http://schemas.microsoft.com/office/drawing/2014/main" id="{094D4D46-BF42-5197-5EEA-11C59CFF7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203" y="-26578"/>
            <a:ext cx="2144689" cy="11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AC8265-4A06-C939-6D9D-BE785BC738F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0475"/>
            <a:ext cx="2727016" cy="83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5B096D-C5E0-59F2-7B16-E24711BD823D}"/>
              </a:ext>
            </a:extLst>
          </p:cNvPr>
          <p:cNvSpPr txBox="1"/>
          <p:nvPr/>
        </p:nvSpPr>
        <p:spPr>
          <a:xfrm>
            <a:off x="328620" y="6295031"/>
            <a:ext cx="179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tx1"/>
                </a:solidFill>
              </a:rPr>
              <a:t>https://usk.ac.id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045D4-8E47-6E45-285B-7D41BCCB6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4084" y="2627888"/>
            <a:ext cx="8188325" cy="1185972"/>
          </a:xfrm>
        </p:spPr>
        <p:txBody>
          <a:bodyPr>
            <a:normAutofit/>
          </a:bodyPr>
          <a:lstStyle/>
          <a:p>
            <a:r>
              <a:rPr lang="en-US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TERIMAKASIH</a:t>
            </a:r>
            <a:endParaRPr lang="en-ID" sz="6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92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4232</Words>
  <Application>Microsoft Office PowerPoint</Application>
  <PresentationFormat>Widescreen</PresentationFormat>
  <Paragraphs>570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Arial</vt:lpstr>
      <vt:lpstr>Arial Unicode MS</vt:lpstr>
      <vt:lpstr>Calibri</vt:lpstr>
      <vt:lpstr>Calibri Light</vt:lpstr>
      <vt:lpstr>Consolas</vt:lpstr>
      <vt:lpstr>Inter</vt:lpstr>
      <vt:lpstr>Lato</vt:lpstr>
      <vt:lpstr>Times New Roman</vt:lpstr>
      <vt:lpstr>var(--ds-font-family-code)</vt:lpstr>
      <vt:lpstr>Wingdings</vt:lpstr>
      <vt:lpstr>Office Theme</vt:lpstr>
      <vt:lpstr>PowerPoint Presentation</vt:lpstr>
      <vt:lpstr>Pengenalan NodeJS</vt:lpstr>
      <vt:lpstr>Pengertian NodeJS</vt:lpstr>
      <vt:lpstr>Keunggulan NodeJS</vt:lpstr>
      <vt:lpstr>Lanjut Belajar Membuat Proyek dengan NodeJS</vt:lpstr>
      <vt:lpstr>NodeJS</vt:lpstr>
      <vt:lpstr>Pembahasan</vt:lpstr>
      <vt:lpstr>Membaca File dengan NodeJS</vt:lpstr>
      <vt:lpstr>NodeJS – Reading from file</vt:lpstr>
      <vt:lpstr>Read a file with NodeJS</vt:lpstr>
      <vt:lpstr>Analisis perbedaan kedua cara membaca file</vt:lpstr>
      <vt:lpstr>Analisis perbedaan kedua cara membaca file</vt:lpstr>
      <vt:lpstr>Edit Kode</vt:lpstr>
      <vt:lpstr>Bagaimana Output keduanya ?</vt:lpstr>
      <vt:lpstr>PowerPoint Presentation</vt:lpstr>
      <vt:lpstr>Sebelum di Edit</vt:lpstr>
      <vt:lpstr>Sesudah di Edit</vt:lpstr>
      <vt:lpstr>NodeJS – Write to a file</vt:lpstr>
      <vt:lpstr>NodeJS – Write to a file</vt:lpstr>
      <vt:lpstr>NodeJS – Directory Creation</vt:lpstr>
      <vt:lpstr>NodeJS – Directory Creation</vt:lpstr>
      <vt:lpstr>Fungsi dalam modul fs yang sering digunakan</vt:lpstr>
      <vt:lpstr>Fungsi dalam modul fs yang sering digunakan</vt:lpstr>
      <vt:lpstr>Fungsi dalam modul fs yang sering digunakan</vt:lpstr>
      <vt:lpstr>NodeJS</vt:lpstr>
      <vt:lpstr>Tugas</vt:lpstr>
      <vt:lpstr>Lanjut Belajar Membangun Aplikasi Chat Sederhana</vt:lpstr>
      <vt:lpstr>Pembahasan</vt:lpstr>
      <vt:lpstr>PowerPoint Presentation</vt:lpstr>
      <vt:lpstr>Static Serving with Express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NodeJS</vt:lpstr>
      <vt:lpstr>Frontend</vt:lpstr>
      <vt:lpstr>PowerPoint Presentation</vt:lpstr>
      <vt:lpstr>PowerPoint Presentation</vt:lpstr>
      <vt:lpstr>PowerPoint Presentation</vt:lpstr>
      <vt:lpstr>PowerPoint Presentation</vt:lpstr>
      <vt:lpstr>Get Message Service</vt:lpstr>
      <vt:lpstr>Get Message Service</vt:lpstr>
      <vt:lpstr>Get Message Service</vt:lpstr>
      <vt:lpstr>Get Message Service</vt:lpstr>
      <vt:lpstr>Get Message Service</vt:lpstr>
      <vt:lpstr>Get Message Service</vt:lpstr>
      <vt:lpstr>Get Message Service</vt:lpstr>
      <vt:lpstr>Post Message Service</vt:lpstr>
      <vt:lpstr>Post Message Service</vt:lpstr>
      <vt:lpstr>Post Message Service</vt:lpstr>
      <vt:lpstr>Post Message Service</vt:lpstr>
      <vt:lpstr>Post Message Service</vt:lpstr>
      <vt:lpstr>Post Message Service</vt:lpstr>
      <vt:lpstr>Post Message Service</vt:lpstr>
      <vt:lpstr>Post Message Service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 Swift 3 Now</dc:creator>
  <cp:lastModifiedBy>Acer Swift 3 Now</cp:lastModifiedBy>
  <cp:revision>39</cp:revision>
  <dcterms:created xsi:type="dcterms:W3CDTF">2024-08-19T07:35:55Z</dcterms:created>
  <dcterms:modified xsi:type="dcterms:W3CDTF">2025-02-21T07:34:10Z</dcterms:modified>
</cp:coreProperties>
</file>